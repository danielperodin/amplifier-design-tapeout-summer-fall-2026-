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67" r:id="rId1"/>
    <p:sldMasterId id="2147483648" r:id="rId2"/>
  </p:sldMasterIdLst>
  <p:notesMasterIdLst>
    <p:notesMasterId r:id="rId21"/>
  </p:notesMasterIdLst>
  <p:sldIdLst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6" r:id="rId16"/>
    <p:sldId id="275" r:id="rId17"/>
    <p:sldId id="277" r:id="rId18"/>
    <p:sldId id="278" r:id="rId19"/>
    <p:sldId id="27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3E2D"/>
    <a:srgbClr val="8ED973"/>
    <a:srgbClr val="BFBFBF"/>
    <a:srgbClr val="A6CAEC"/>
    <a:srgbClr val="FA4616"/>
    <a:srgbClr val="0021A5"/>
    <a:srgbClr val="213EB1"/>
    <a:srgbClr val="22884C"/>
    <a:srgbClr val="E5E5E5"/>
    <a:srgbClr val="767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80"/>
    <p:restoredTop sz="94773"/>
  </p:normalViewPr>
  <p:slideViewPr>
    <p:cSldViewPr snapToGrid="0">
      <p:cViewPr varScale="1">
        <p:scale>
          <a:sx n="142" d="100"/>
          <a:sy n="142" d="100"/>
        </p:scale>
        <p:origin x="17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80A81C-4994-074C-AD71-25DF0C47BBA0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AE436B-6153-8F49-B7F8-B771F1044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638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4FC46D1-A115-0D60-0385-A01F92C9C1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9142"/>
            <a:ext cx="1223363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686F5-BF61-21B0-5AD6-608115D0E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56147" y="3606620"/>
            <a:ext cx="8321336" cy="786650"/>
          </a:xfr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marL="0" indent="0" algn="ctr">
              <a:buNone/>
              <a:defRPr sz="3200" b="0">
                <a:ln w="3175">
                  <a:noFill/>
                </a:ln>
                <a:solidFill>
                  <a:schemeClr val="tx1"/>
                </a:solidFill>
                <a:latin typeface="Gentona TT" panose="020B00030600000000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7A8872-C4B1-9661-1A23-1F938B9B4EDD}"/>
              </a:ext>
            </a:extLst>
          </p:cNvPr>
          <p:cNvSpPr/>
          <p:nvPr userDrawn="1"/>
        </p:nvSpPr>
        <p:spPr>
          <a:xfrm>
            <a:off x="3060" y="3447284"/>
            <a:ext cx="896543" cy="3429002"/>
          </a:xfrm>
          <a:prstGeom prst="rect">
            <a:avLst/>
          </a:prstGeom>
          <a:solidFill>
            <a:srgbClr val="FA4616"/>
          </a:solidFill>
          <a:ln>
            <a:solidFill>
              <a:srgbClr val="FA46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0A24EB-979A-DD4A-49A1-15F2894C8945}"/>
              </a:ext>
            </a:extLst>
          </p:cNvPr>
          <p:cNvSpPr/>
          <p:nvPr userDrawn="1"/>
        </p:nvSpPr>
        <p:spPr>
          <a:xfrm>
            <a:off x="11334027" y="3428996"/>
            <a:ext cx="896543" cy="3429002"/>
          </a:xfrm>
          <a:prstGeom prst="rect">
            <a:avLst/>
          </a:prstGeom>
          <a:solidFill>
            <a:srgbClr val="FA4616"/>
          </a:solidFill>
          <a:ln>
            <a:solidFill>
              <a:srgbClr val="FA46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C1DD48-9BE9-7C4B-FB29-16F88659B96D}"/>
              </a:ext>
            </a:extLst>
          </p:cNvPr>
          <p:cNvSpPr/>
          <p:nvPr userDrawn="1"/>
        </p:nvSpPr>
        <p:spPr>
          <a:xfrm>
            <a:off x="0" y="-2"/>
            <a:ext cx="12233632" cy="3429002"/>
          </a:xfrm>
          <a:prstGeom prst="rect">
            <a:avLst/>
          </a:prstGeom>
          <a:solidFill>
            <a:srgbClr val="213EB1"/>
          </a:solidFill>
          <a:ln>
            <a:solidFill>
              <a:srgbClr val="213E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1A750FC-15B0-EB9E-14F1-B4D538B47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9603" y="330691"/>
            <a:ext cx="10434424" cy="2767616"/>
          </a:xfrm>
          <a:prstGeom prst="rect">
            <a:avLst/>
          </a:prstGeom>
          <a:noFill/>
          <a:ln w="19050">
            <a:noFill/>
          </a:ln>
        </p:spPr>
        <p:txBody>
          <a:bodyPr anchor="ctr"/>
          <a:lstStyle>
            <a:lvl1pPr algn="ctr">
              <a:defRPr sz="6000" b="1">
                <a:ln>
                  <a:noFill/>
                </a:ln>
                <a:solidFill>
                  <a:schemeClr val="bg1"/>
                </a:solidFill>
                <a:latin typeface="Gentona TT" panose="020B00030600000000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2F1E7D9-D909-A4D2-34D5-155EC1CCBD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711797" y="-2235200"/>
            <a:ext cx="21615594" cy="1670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79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265DF-3F84-058B-5295-982C428C0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91D843-F486-03C0-5560-79D43DC7A1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F3B24-B118-475F-93E6-0FA486CCC06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E723B79-4C71-B3D6-2D01-1C09EDB0CA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348" y="981973"/>
            <a:ext cx="12043299" cy="515575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8682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Slide - Lef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265DF-3F84-058B-5295-982C428C0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91D843-F486-03C0-5560-79D43DC7A1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F3B24-B118-475F-93E6-0FA486CCC06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E723B79-4C71-B3D6-2D01-1C09EDB0CA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349" y="981973"/>
            <a:ext cx="6021652" cy="515575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9391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-Presenta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4FC46D1-A115-0D60-0385-A01F92C9C1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-2"/>
            <a:ext cx="1223363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C1DD48-9BE9-7C4B-FB29-16F88659B96D}"/>
              </a:ext>
            </a:extLst>
          </p:cNvPr>
          <p:cNvSpPr/>
          <p:nvPr userDrawn="1"/>
        </p:nvSpPr>
        <p:spPr>
          <a:xfrm>
            <a:off x="3060" y="2309123"/>
            <a:ext cx="12230572" cy="1868742"/>
          </a:xfrm>
          <a:prstGeom prst="rect">
            <a:avLst/>
          </a:prstGeom>
          <a:solidFill>
            <a:srgbClr val="213EB1"/>
          </a:solidFill>
          <a:ln>
            <a:solidFill>
              <a:srgbClr val="213E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0A24EB-979A-DD4A-49A1-15F2894C8945}"/>
              </a:ext>
            </a:extLst>
          </p:cNvPr>
          <p:cNvSpPr/>
          <p:nvPr userDrawn="1"/>
        </p:nvSpPr>
        <p:spPr>
          <a:xfrm>
            <a:off x="0" y="3987916"/>
            <a:ext cx="12233630" cy="189949"/>
          </a:xfrm>
          <a:prstGeom prst="rect">
            <a:avLst/>
          </a:prstGeom>
          <a:solidFill>
            <a:srgbClr val="FA4616"/>
          </a:solidFill>
          <a:ln>
            <a:solidFill>
              <a:srgbClr val="FA46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7368D2A-83B8-546A-E238-B60E2BA167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6424" y="200399"/>
            <a:ext cx="14744847" cy="11393745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A1A750FC-15B0-EB9E-14F1-B4D538B47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309123"/>
            <a:ext cx="12233630" cy="1868742"/>
          </a:xfrm>
          <a:prstGeom prst="rect">
            <a:avLst/>
          </a:prstGeom>
          <a:noFill/>
          <a:ln w="19050">
            <a:noFill/>
          </a:ln>
        </p:spPr>
        <p:txBody>
          <a:bodyPr anchor="ctr"/>
          <a:lstStyle>
            <a:lvl1pPr algn="ctr">
              <a:defRPr sz="6000" b="1">
                <a:ln>
                  <a:noFill/>
                </a:ln>
                <a:solidFill>
                  <a:schemeClr val="bg1"/>
                </a:solidFill>
                <a:latin typeface="Gentona TT" panose="020B00030600000000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144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Slide - Righ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265DF-3F84-058B-5295-982C428C0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91D843-F486-03C0-5560-79D43DC7A1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F3B24-B118-475F-93E6-0FA486CCC06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E723B79-4C71-B3D6-2D01-1C09EDB0CA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9326" y="981973"/>
            <a:ext cx="6018323" cy="515575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7021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265DF-3F84-058B-5295-982C428C0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91D843-F486-03C0-5560-79D43DC7A1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F3B24-B118-475F-93E6-0FA486CCC06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988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265DF-3F84-058B-5295-982C428C0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91D843-F486-03C0-5560-79D43DC7A1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F3B24-B118-475F-93E6-0FA486CCC06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81467A-908F-C9DC-A306-CD904CA978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76950" y="953144"/>
            <a:ext cx="5238100" cy="523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546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714544F-1D33-1742-F9F0-8BD8E25E15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" y="-4954"/>
            <a:ext cx="12202510" cy="68728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722EAA-B722-07D7-1E42-A3F8DA4B5D7E}"/>
              </a:ext>
            </a:extLst>
          </p:cNvPr>
          <p:cNvSpPr/>
          <p:nvPr userDrawn="1"/>
        </p:nvSpPr>
        <p:spPr>
          <a:xfrm>
            <a:off x="0" y="-4954"/>
            <a:ext cx="6096000" cy="6872862"/>
          </a:xfrm>
          <a:prstGeom prst="rect">
            <a:avLst/>
          </a:prstGeom>
          <a:solidFill>
            <a:srgbClr val="0021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E990D1E-72EE-0C74-2501-52F41E5939B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04926" y="2996659"/>
            <a:ext cx="3475637" cy="30448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QR Code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BB42D89-E366-9E41-B9D8-CA4B014C8B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40956" y="1224812"/>
            <a:ext cx="3203575" cy="105674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  <a:latin typeface="Gentona TT" panose="020B00030600000000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972377-A5C9-129D-8768-A47F3210CAB4}"/>
              </a:ext>
            </a:extLst>
          </p:cNvPr>
          <p:cNvSpPr/>
          <p:nvPr userDrawn="1"/>
        </p:nvSpPr>
        <p:spPr>
          <a:xfrm>
            <a:off x="5766955" y="-9908"/>
            <a:ext cx="454563" cy="6877816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FA786B-A67E-B1EA-FBBC-2DBE9DA0025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14590" y="867666"/>
            <a:ext cx="4384338" cy="305435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2692754-FC25-B9E3-9056-03236E116A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6568" y="-981505"/>
            <a:ext cx="17120381" cy="1322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711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4FC46D1-A115-0D60-0385-A01F92C9C1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-2"/>
            <a:ext cx="1223363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686F5-BF61-21B0-5AD6-608115D0E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56147" y="3606620"/>
            <a:ext cx="8321336" cy="786650"/>
          </a:xfr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marL="0" indent="0" algn="ctr">
              <a:buNone/>
              <a:defRPr sz="3200" b="0">
                <a:ln w="3175">
                  <a:noFill/>
                </a:ln>
                <a:solidFill>
                  <a:schemeClr val="tx1"/>
                </a:solidFill>
                <a:latin typeface="Gentona TT" panose="020B00030600000000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4CEC271-D1BD-5835-E984-7D2491665B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78235" y="5226361"/>
            <a:ext cx="4035529" cy="156061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87A8872-C4B1-9661-1A23-1F938B9B4EDD}"/>
              </a:ext>
            </a:extLst>
          </p:cNvPr>
          <p:cNvSpPr/>
          <p:nvPr userDrawn="1"/>
        </p:nvSpPr>
        <p:spPr>
          <a:xfrm>
            <a:off x="3060" y="3428996"/>
            <a:ext cx="896543" cy="3429002"/>
          </a:xfrm>
          <a:prstGeom prst="rect">
            <a:avLst/>
          </a:prstGeom>
          <a:solidFill>
            <a:srgbClr val="FA4616"/>
          </a:solidFill>
          <a:ln>
            <a:solidFill>
              <a:srgbClr val="FA46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0A24EB-979A-DD4A-49A1-15F2894C8945}"/>
              </a:ext>
            </a:extLst>
          </p:cNvPr>
          <p:cNvSpPr/>
          <p:nvPr userDrawn="1"/>
        </p:nvSpPr>
        <p:spPr>
          <a:xfrm>
            <a:off x="11292396" y="3428996"/>
            <a:ext cx="896543" cy="3429002"/>
          </a:xfrm>
          <a:prstGeom prst="rect">
            <a:avLst/>
          </a:prstGeom>
          <a:solidFill>
            <a:srgbClr val="FA4616"/>
          </a:solidFill>
          <a:ln>
            <a:solidFill>
              <a:srgbClr val="FA46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C1DD48-9BE9-7C4B-FB29-16F88659B96D}"/>
              </a:ext>
            </a:extLst>
          </p:cNvPr>
          <p:cNvSpPr/>
          <p:nvPr userDrawn="1"/>
        </p:nvSpPr>
        <p:spPr>
          <a:xfrm>
            <a:off x="0" y="-2"/>
            <a:ext cx="12192000" cy="3429002"/>
          </a:xfrm>
          <a:prstGeom prst="rect">
            <a:avLst/>
          </a:prstGeom>
          <a:solidFill>
            <a:srgbClr val="213EB1"/>
          </a:solidFill>
          <a:ln>
            <a:solidFill>
              <a:srgbClr val="213E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1A750FC-15B0-EB9E-14F1-B4D538B47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9603" y="330691"/>
            <a:ext cx="10434424" cy="2767616"/>
          </a:xfrm>
          <a:prstGeom prst="rect">
            <a:avLst/>
          </a:prstGeom>
          <a:noFill/>
          <a:ln w="19050">
            <a:noFill/>
          </a:ln>
        </p:spPr>
        <p:txBody>
          <a:bodyPr anchor="ctr"/>
          <a:lstStyle>
            <a:lvl1pPr algn="ctr">
              <a:defRPr sz="6000" b="1">
                <a:ln>
                  <a:noFill/>
                </a:ln>
                <a:solidFill>
                  <a:schemeClr val="bg1"/>
                </a:solidFill>
                <a:latin typeface="Gentona TT" panose="020B00030600000000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979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B1D18-5113-F401-70FB-380D206C0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7923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9CE957-E186-BBA6-ADF2-B4F24B8474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180C68-541C-C007-76C3-BCAFDF50BF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24B489-0172-8A42-B8F1-38745FDCDFB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523D8DE-43C3-9A5E-13C4-693A546690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8079" y="885825"/>
            <a:ext cx="11995842" cy="53906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5166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Slide - Lef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B1D18-5113-F401-70FB-380D206C0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7923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9CE957-E186-BBA6-ADF2-B4F24B8474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180C68-541C-C007-76C3-BCAFDF50BF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24B489-0172-8A42-B8F1-38745FDCDFB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523D8DE-43C3-9A5E-13C4-693A546690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8079" y="885825"/>
            <a:ext cx="5997921" cy="53906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19314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-Presenta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4FC46D1-A115-0D60-0385-A01F92C9C1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-2"/>
            <a:ext cx="1223363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4CEC271-D1BD-5835-E984-7D2491665B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48900" y="5795788"/>
            <a:ext cx="2494199" cy="96455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87A8872-C4B1-9661-1A23-1F938B9B4EDD}"/>
              </a:ext>
            </a:extLst>
          </p:cNvPr>
          <p:cNvSpPr/>
          <p:nvPr userDrawn="1"/>
        </p:nvSpPr>
        <p:spPr>
          <a:xfrm>
            <a:off x="3060" y="-2"/>
            <a:ext cx="896543" cy="6858000"/>
          </a:xfrm>
          <a:prstGeom prst="rect">
            <a:avLst/>
          </a:prstGeom>
          <a:solidFill>
            <a:srgbClr val="FA4616"/>
          </a:solidFill>
          <a:ln>
            <a:solidFill>
              <a:srgbClr val="FA46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0A24EB-979A-DD4A-49A1-15F2894C8945}"/>
              </a:ext>
            </a:extLst>
          </p:cNvPr>
          <p:cNvSpPr/>
          <p:nvPr userDrawn="1"/>
        </p:nvSpPr>
        <p:spPr>
          <a:xfrm>
            <a:off x="11337089" y="0"/>
            <a:ext cx="896543" cy="6857998"/>
          </a:xfrm>
          <a:prstGeom prst="rect">
            <a:avLst/>
          </a:prstGeom>
          <a:solidFill>
            <a:srgbClr val="FA4616"/>
          </a:solidFill>
          <a:ln>
            <a:solidFill>
              <a:srgbClr val="FA46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C1DD48-9BE9-7C4B-FB29-16F88659B96D}"/>
              </a:ext>
            </a:extLst>
          </p:cNvPr>
          <p:cNvSpPr/>
          <p:nvPr userDrawn="1"/>
        </p:nvSpPr>
        <p:spPr>
          <a:xfrm>
            <a:off x="3060" y="2309123"/>
            <a:ext cx="12230572" cy="1868742"/>
          </a:xfrm>
          <a:prstGeom prst="rect">
            <a:avLst/>
          </a:prstGeom>
          <a:solidFill>
            <a:srgbClr val="213EB1"/>
          </a:solidFill>
          <a:ln>
            <a:solidFill>
              <a:srgbClr val="213E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1A750FC-15B0-EB9E-14F1-B4D538B47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309123"/>
            <a:ext cx="12233630" cy="1868742"/>
          </a:xfrm>
          <a:prstGeom prst="rect">
            <a:avLst/>
          </a:prstGeom>
          <a:noFill/>
          <a:ln w="19050">
            <a:noFill/>
          </a:ln>
        </p:spPr>
        <p:txBody>
          <a:bodyPr anchor="ctr"/>
          <a:lstStyle>
            <a:lvl1pPr algn="ctr">
              <a:defRPr sz="6000" b="1">
                <a:ln>
                  <a:noFill/>
                </a:ln>
                <a:solidFill>
                  <a:schemeClr val="bg1"/>
                </a:solidFill>
                <a:latin typeface="Gentona TT" panose="020B00030600000000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4245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Slide - Righ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B1D18-5113-F401-70FB-380D206C0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7923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9CE957-E186-BBA6-ADF2-B4F24B8474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180C68-541C-C007-76C3-BCAFDF50BF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24B489-0172-8A42-B8F1-38745FDCDFB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523D8DE-43C3-9A5E-13C4-693A546690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5999" y="885825"/>
            <a:ext cx="5997921" cy="53906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16645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B8E7-46E9-5584-40F6-FF2E43E41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7923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5868F1-F83E-A054-C51C-FD5FB0AF2F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1D32DD-BF6B-E8B9-3CFF-C8FFC9D0F2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24B489-0172-8A42-B8F1-38745FDCD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9003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B8E7-46E9-5584-40F6-FF2E43E41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7923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1D32DD-BF6B-E8B9-3CFF-C8FFC9D0F2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24B489-0172-8A42-B8F1-38745FDCDFB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 descr="A yellow sign with black text&#10;&#10;Description automatically generated">
            <a:extLst>
              <a:ext uri="{FF2B5EF4-FFF2-40B4-BE49-F238E27FC236}">
                <a16:creationId xmlns:a16="http://schemas.microsoft.com/office/drawing/2014/main" id="{BB467036-715D-829F-D21B-1479AB1CBB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4793" y="855586"/>
            <a:ext cx="6002414" cy="6002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3009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714544F-1D33-1742-F9F0-8BD8E25E153D}"/>
              </a:ext>
            </a:extLst>
          </p:cNvPr>
          <p:cNvSpPr/>
          <p:nvPr userDrawn="1"/>
        </p:nvSpPr>
        <p:spPr>
          <a:xfrm>
            <a:off x="1" y="-4954"/>
            <a:ext cx="12202510" cy="68728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722EAA-B722-07D7-1E42-A3F8DA4B5D7E}"/>
              </a:ext>
            </a:extLst>
          </p:cNvPr>
          <p:cNvSpPr/>
          <p:nvPr userDrawn="1"/>
        </p:nvSpPr>
        <p:spPr>
          <a:xfrm>
            <a:off x="0" y="-4954"/>
            <a:ext cx="6096000" cy="6872862"/>
          </a:xfrm>
          <a:prstGeom prst="rect">
            <a:avLst/>
          </a:prstGeom>
          <a:solidFill>
            <a:srgbClr val="0021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E990D1E-72EE-0C74-2501-52F41E5939B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04926" y="2996659"/>
            <a:ext cx="3475637" cy="30448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QR Code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BB42D89-E366-9E41-B9D8-CA4B014C8B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40956" y="1224812"/>
            <a:ext cx="3203575" cy="105674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  <a:latin typeface="Gentona TT" panose="020B00030600000000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972377-A5C9-129D-8768-A47F3210CAB4}"/>
              </a:ext>
            </a:extLst>
          </p:cNvPr>
          <p:cNvSpPr/>
          <p:nvPr userDrawn="1"/>
        </p:nvSpPr>
        <p:spPr>
          <a:xfrm>
            <a:off x="5766955" y="-9908"/>
            <a:ext cx="454563" cy="6877816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1BB85CF-E99E-8379-B3CF-735356DBB0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45485" y="5126479"/>
            <a:ext cx="3807535" cy="147244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FA786B-A67E-B1EA-FBBC-2DBE9DA0025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14590" y="867666"/>
            <a:ext cx="4384338" cy="305435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642370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EADFFA92-C2E4-E4C7-A153-398144EC51E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8667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sv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4.svg"/><Relationship Id="rId5" Type="http://schemas.openxmlformats.org/officeDocument/2006/relationships/slideLayout" Target="../slideLayouts/slideLayout13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0CAAF5E-E7DA-8211-6A6F-375C7DC8EF4A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0" y="4137693"/>
            <a:ext cx="14580158" cy="4918110"/>
            <a:chOff x="0" y="4137693"/>
            <a:chExt cx="14580158" cy="491811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7159F9E-5022-BC42-D69F-2B2CE2927385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0" y="6219825"/>
              <a:ext cx="12192000" cy="638175"/>
              <a:chOff x="0" y="6219825"/>
              <a:chExt cx="12192000" cy="638175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70BDF0F-9265-326D-1EB0-14BF2C7FF8BD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0" y="6219825"/>
                <a:ext cx="12192000" cy="638175"/>
              </a:xfrm>
              <a:prstGeom prst="rect">
                <a:avLst/>
              </a:prstGeom>
              <a:solidFill>
                <a:srgbClr val="0021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20D34FF-FBBD-4AAF-6585-8D2FC1B896E1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0" y="6219825"/>
                <a:ext cx="12192000" cy="108857"/>
              </a:xfrm>
              <a:prstGeom prst="rect">
                <a:avLst/>
              </a:prstGeom>
              <a:solidFill>
                <a:srgbClr val="FA46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BAB27651-42B6-62E7-2AB3-9B4425AA62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215544" y="4137693"/>
              <a:ext cx="6364614" cy="4918110"/>
            </a:xfrm>
            <a:prstGeom prst="rect">
              <a:avLst/>
            </a:prstGeom>
          </p:spPr>
        </p:pic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ADD64C-523E-43EA-5A39-7AE666319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348" y="6410778"/>
            <a:ext cx="5955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bg1"/>
                </a:solidFill>
                <a:latin typeface="Gentona TT" panose="020B0003060000000004" pitchFamily="34" charset="0"/>
              </a:defRPr>
            </a:lvl1pPr>
          </a:lstStyle>
          <a:p>
            <a:fld id="{9EBF3B24-B118-475F-93E6-0FA486CCC06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67018B3-16C4-26F3-3A30-5A9161942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49" y="65876"/>
            <a:ext cx="12043300" cy="83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EA4903-C1FC-8AFC-BCC3-62C9F140A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348" y="981974"/>
            <a:ext cx="12043299" cy="5155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9904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05" r:id="rId2"/>
    <p:sldLayoutId id="2147483702" r:id="rId3"/>
    <p:sldLayoutId id="2147483706" r:id="rId4"/>
    <p:sldLayoutId id="2147483703" r:id="rId5"/>
    <p:sldLayoutId id="2147483704" r:id="rId6"/>
    <p:sldLayoutId id="2147483710" r:id="rId7"/>
    <p:sldLayoutId id="2147483711" r:id="rId8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1A5"/>
          </a:solidFill>
          <a:latin typeface="Gentona TT" panose="020B00030600000000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FA4616"/>
        </a:buClr>
        <a:buFont typeface="Wingdings" panose="05000000000000000000" pitchFamily="2" charset="2"/>
        <a:buChar char="§"/>
        <a:defRPr sz="3600" b="1" kern="1200">
          <a:solidFill>
            <a:schemeClr val="tx1"/>
          </a:solidFill>
          <a:latin typeface="Gentona TT" panose="020B00030600000000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A4616"/>
        </a:buClr>
        <a:buFont typeface="Cambria" panose="02040503050406030204" pitchFamily="18" charset="0"/>
        <a:buChar char="‒"/>
        <a:defRPr sz="3200" kern="1200">
          <a:solidFill>
            <a:schemeClr val="tx1"/>
          </a:solidFill>
          <a:latin typeface="Gentona TT" panose="020B00030600000000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A4616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entona TT" panose="020B00030600000000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A4616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Gentona TT" panose="020B00030600000000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A4616"/>
        </a:buClr>
        <a:buFont typeface="Cambria" panose="02040503050406030204" pitchFamily="18" charset="0"/>
        <a:buChar char="‒"/>
        <a:defRPr sz="2400" kern="1200">
          <a:solidFill>
            <a:schemeClr val="tx1"/>
          </a:solidFill>
          <a:latin typeface="Gentona TT" panose="020B00030600000000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87BB319-344C-5E20-53A7-D5CF56A4EA8D}"/>
              </a:ext>
            </a:extLst>
          </p:cNvPr>
          <p:cNvSpPr txBox="1">
            <a:spLocks/>
          </p:cNvSpPr>
          <p:nvPr userDrawn="1"/>
        </p:nvSpPr>
        <p:spPr>
          <a:xfrm>
            <a:off x="0" y="1"/>
            <a:ext cx="11263256" cy="859914"/>
          </a:xfrm>
          <a:prstGeom prst="rect">
            <a:avLst/>
          </a:prstGeom>
          <a:noFill/>
          <a:ln w="34925"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ln w="3175">
                  <a:solidFill>
                    <a:schemeClr val="bg1"/>
                  </a:solidFill>
                </a:ln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74BBFD-668D-219A-5D5B-CBDC8A118427}"/>
              </a:ext>
            </a:extLst>
          </p:cNvPr>
          <p:cNvSpPr/>
          <p:nvPr userDrawn="1"/>
        </p:nvSpPr>
        <p:spPr>
          <a:xfrm>
            <a:off x="0" y="0"/>
            <a:ext cx="12192000" cy="798431"/>
          </a:xfrm>
          <a:prstGeom prst="rect">
            <a:avLst/>
          </a:prstGeom>
          <a:solidFill>
            <a:srgbClr val="0021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65D86-262B-1884-02BB-8F96C4095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422" y="897504"/>
            <a:ext cx="11930770" cy="5340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57C5B-F8AE-A663-34FE-9C44C6BBC6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54060" y="6356350"/>
            <a:ext cx="82838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CB56C-931F-08CB-C6D0-8923189B2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422" y="6417834"/>
            <a:ext cx="544045" cy="30364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1800" b="0">
                <a:ln>
                  <a:noFill/>
                </a:ln>
                <a:solidFill>
                  <a:schemeClr val="tx1"/>
                </a:solidFill>
                <a:latin typeface="Gentona TT" panose="020B0003060000000004" pitchFamily="34" charset="0"/>
              </a:defRPr>
            </a:lvl1pPr>
          </a:lstStyle>
          <a:p>
            <a:fld id="{1B24B489-0172-8A42-B8F1-38745FDCDFB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3DE9545-34FC-B573-D63E-F208D7E4CD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30522" y="6081205"/>
            <a:ext cx="1961478" cy="758540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47734FCF-58B8-A8F1-E2BE-28C106C11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7923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8584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94" r:id="rId2"/>
    <p:sldLayoutId id="2147483707" r:id="rId3"/>
    <p:sldLayoutId id="2147483698" r:id="rId4"/>
    <p:sldLayoutId id="2147483708" r:id="rId5"/>
    <p:sldLayoutId id="2147483697" r:id="rId6"/>
    <p:sldLayoutId id="2147483699" r:id="rId7"/>
    <p:sldLayoutId id="2147483681" r:id="rId8"/>
    <p:sldLayoutId id="2147483663" r:id="rId9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ln>
            <a:noFill/>
          </a:ln>
          <a:solidFill>
            <a:schemeClr val="bg1"/>
          </a:solidFill>
          <a:latin typeface="Gentona TT" panose="020B00030600000000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FA4616"/>
        </a:buClr>
        <a:buFont typeface="Wingdings" panose="05000000000000000000" pitchFamily="2" charset="2"/>
        <a:buChar char="§"/>
        <a:defRPr sz="3600" b="1" kern="1200">
          <a:solidFill>
            <a:schemeClr val="tx1"/>
          </a:solidFill>
          <a:latin typeface="Gentona TT" panose="020B00030600000000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A4616"/>
        </a:buClr>
        <a:buFont typeface="Cambria" panose="02040503050406030204" pitchFamily="18" charset="0"/>
        <a:buChar char="‒"/>
        <a:defRPr sz="3200" kern="1200">
          <a:solidFill>
            <a:schemeClr val="tx1"/>
          </a:solidFill>
          <a:latin typeface="Gentona TT" panose="020B00030600000000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A4616"/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entona TT" panose="020B00030600000000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A4616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Gentona TT" panose="020B00030600000000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A4616"/>
        </a:buClr>
        <a:buFont typeface="Cambria" panose="02040503050406030204" pitchFamily="18" charset="0"/>
        <a:buChar char="‒"/>
        <a:defRPr sz="2400" kern="1200">
          <a:solidFill>
            <a:schemeClr val="tx1"/>
          </a:solidFill>
          <a:latin typeface="Gentona TT" panose="020B00030600000000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12A597E-6ABD-E206-4ABF-1264F38CB6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Kenneth Fluker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A3E2-A877-246C-B943-E21BFD1CE1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Transistor Cross Sections</a:t>
            </a:r>
          </a:p>
        </p:txBody>
      </p:sp>
    </p:spTree>
    <p:extLst>
      <p:ext uri="{BB962C8B-B14F-4D97-AF65-F5344CB8AC3E}">
        <p14:creationId xmlns:p14="http://schemas.microsoft.com/office/powerpoint/2010/main" val="2218214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CE899E2-86B9-5D60-9E90-56BBB9619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Silicon Wafer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7E6DBC-56A5-5825-6B64-A18E2FF6F8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F3B24-B118-475F-93E6-0FA486CCC06B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46E23F-E15E-107F-8486-4B2580BCB3A4}"/>
              </a:ext>
            </a:extLst>
          </p:cNvPr>
          <p:cNvSpPr/>
          <p:nvPr/>
        </p:nvSpPr>
        <p:spPr>
          <a:xfrm>
            <a:off x="4552951" y="4772025"/>
            <a:ext cx="7267574" cy="76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F8602C-344C-595B-D1EC-AC1BCB8595C4}"/>
              </a:ext>
            </a:extLst>
          </p:cNvPr>
          <p:cNvSpPr/>
          <p:nvPr/>
        </p:nvSpPr>
        <p:spPr>
          <a:xfrm>
            <a:off x="669892" y="2169000"/>
            <a:ext cx="2520000" cy="2520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0762BD-A182-87F9-1B2A-7FDE87B0645A}"/>
              </a:ext>
            </a:extLst>
          </p:cNvPr>
          <p:cNvCxnSpPr>
            <a:cxnSpLocks/>
          </p:cNvCxnSpPr>
          <p:nvPr/>
        </p:nvCxnSpPr>
        <p:spPr>
          <a:xfrm rot="5400000">
            <a:off x="1929892" y="1936987"/>
            <a:ext cx="0" cy="298402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8776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1D165-5412-BD2A-E6E3-24B1116FD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508D6F4-CF92-617A-4A54-5986D7743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Thermal Oxidation (Wet)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2BF6B8-8F30-379A-A7CA-DF793A5877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F3B24-B118-475F-93E6-0FA486CCC06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607A54-0AF8-0373-BC16-659E7765019C}"/>
              </a:ext>
            </a:extLst>
          </p:cNvPr>
          <p:cNvSpPr/>
          <p:nvPr/>
        </p:nvSpPr>
        <p:spPr>
          <a:xfrm>
            <a:off x="4552951" y="4772025"/>
            <a:ext cx="7267574" cy="76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C621E4-6B17-D414-7E54-68EF3C1F8E77}"/>
              </a:ext>
            </a:extLst>
          </p:cNvPr>
          <p:cNvSpPr/>
          <p:nvPr/>
        </p:nvSpPr>
        <p:spPr>
          <a:xfrm>
            <a:off x="669892" y="2169000"/>
            <a:ext cx="2520000" cy="2520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3D4E6A-E597-A1D1-8C5C-6595D3B02F2B}"/>
              </a:ext>
            </a:extLst>
          </p:cNvPr>
          <p:cNvCxnSpPr>
            <a:cxnSpLocks/>
          </p:cNvCxnSpPr>
          <p:nvPr/>
        </p:nvCxnSpPr>
        <p:spPr>
          <a:xfrm rot="5400000">
            <a:off x="1929892" y="1936987"/>
            <a:ext cx="0" cy="298402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BF8939C6-118F-DA66-9642-55E0B4CD7FBC}"/>
              </a:ext>
            </a:extLst>
          </p:cNvPr>
          <p:cNvSpPr/>
          <p:nvPr/>
        </p:nvSpPr>
        <p:spPr>
          <a:xfrm>
            <a:off x="4552951" y="4610100"/>
            <a:ext cx="7267574" cy="16192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243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2C898-4474-9473-F5D8-0DA26309F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9199DE1-9539-6159-8272-C29F3D511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Mask 1: Active Areas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283ECD-8E7B-56CB-248B-34AFEE6C68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F3B24-B118-475F-93E6-0FA486CCC06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63CC18-30BF-B994-CD90-185E26CC7E80}"/>
              </a:ext>
            </a:extLst>
          </p:cNvPr>
          <p:cNvSpPr/>
          <p:nvPr/>
        </p:nvSpPr>
        <p:spPr>
          <a:xfrm>
            <a:off x="4552951" y="4772025"/>
            <a:ext cx="7267574" cy="76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9F154C-E53A-AE6D-53AF-CA15EEE64BF1}"/>
              </a:ext>
            </a:extLst>
          </p:cNvPr>
          <p:cNvSpPr/>
          <p:nvPr/>
        </p:nvSpPr>
        <p:spPr>
          <a:xfrm>
            <a:off x="669892" y="2169000"/>
            <a:ext cx="2520000" cy="2520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58F1FF-3D64-834D-4848-39E00274B86B}"/>
              </a:ext>
            </a:extLst>
          </p:cNvPr>
          <p:cNvSpPr/>
          <p:nvPr/>
        </p:nvSpPr>
        <p:spPr>
          <a:xfrm>
            <a:off x="4552951" y="4610100"/>
            <a:ext cx="7267574" cy="16192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FD2CCA-2AF8-531F-FA5F-DAE711B55923}"/>
              </a:ext>
            </a:extLst>
          </p:cNvPr>
          <p:cNvSpPr/>
          <p:nvPr/>
        </p:nvSpPr>
        <p:spPr>
          <a:xfrm>
            <a:off x="4552951" y="4067175"/>
            <a:ext cx="1257299" cy="5238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7D65CC-60BC-87AE-4508-551E1DBE45B4}"/>
              </a:ext>
            </a:extLst>
          </p:cNvPr>
          <p:cNvSpPr/>
          <p:nvPr/>
        </p:nvSpPr>
        <p:spPr>
          <a:xfrm>
            <a:off x="10563226" y="4067175"/>
            <a:ext cx="1257299" cy="5238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EFA604-A09A-ADF7-6EB2-822837B0F84E}"/>
              </a:ext>
            </a:extLst>
          </p:cNvPr>
          <p:cNvSpPr/>
          <p:nvPr/>
        </p:nvSpPr>
        <p:spPr>
          <a:xfrm>
            <a:off x="7886701" y="4067175"/>
            <a:ext cx="600074" cy="5238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9A7865-5A0C-67F9-3019-82E921BBF54A}"/>
              </a:ext>
            </a:extLst>
          </p:cNvPr>
          <p:cNvSpPr/>
          <p:nvPr/>
        </p:nvSpPr>
        <p:spPr>
          <a:xfrm>
            <a:off x="858192" y="3259931"/>
            <a:ext cx="896566" cy="33813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2F7924-ED19-8682-F5E1-83BC6BA4E3C5}"/>
              </a:ext>
            </a:extLst>
          </p:cNvPr>
          <p:cNvSpPr/>
          <p:nvPr/>
        </p:nvSpPr>
        <p:spPr>
          <a:xfrm>
            <a:off x="2114550" y="3259931"/>
            <a:ext cx="896566" cy="33813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9904420-40FE-CFF4-DEA7-09A2065625BF}"/>
              </a:ext>
            </a:extLst>
          </p:cNvPr>
          <p:cNvCxnSpPr>
            <a:cxnSpLocks/>
          </p:cNvCxnSpPr>
          <p:nvPr/>
        </p:nvCxnSpPr>
        <p:spPr>
          <a:xfrm rot="5400000">
            <a:off x="1929892" y="1936987"/>
            <a:ext cx="0" cy="298402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516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AAAA3-1AEE-A23F-CB89-01340363F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AC4BE04-2C1B-36D2-6E62-D941E19C7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BOE Etch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5A6A7B-9A0D-9C21-DD12-93A224F873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F3B24-B118-475F-93E6-0FA486CCC06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5D09B9-AAA3-92EC-D236-C2F1AE9BA52A}"/>
              </a:ext>
            </a:extLst>
          </p:cNvPr>
          <p:cNvSpPr/>
          <p:nvPr/>
        </p:nvSpPr>
        <p:spPr>
          <a:xfrm>
            <a:off x="4552951" y="4772025"/>
            <a:ext cx="7267574" cy="76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D09A22-21D1-2102-85ED-705B42EBEA55}"/>
              </a:ext>
            </a:extLst>
          </p:cNvPr>
          <p:cNvSpPr/>
          <p:nvPr/>
        </p:nvSpPr>
        <p:spPr>
          <a:xfrm>
            <a:off x="669892" y="2169000"/>
            <a:ext cx="2520000" cy="2520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0DAAC8-7F2E-F4EB-C81C-B7BA806DD6DC}"/>
              </a:ext>
            </a:extLst>
          </p:cNvPr>
          <p:cNvSpPr/>
          <p:nvPr/>
        </p:nvSpPr>
        <p:spPr>
          <a:xfrm>
            <a:off x="4552950" y="4610099"/>
            <a:ext cx="1257299" cy="16192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F44ECA-9E59-C80C-9513-46C81ABC7521}"/>
              </a:ext>
            </a:extLst>
          </p:cNvPr>
          <p:cNvSpPr/>
          <p:nvPr/>
        </p:nvSpPr>
        <p:spPr>
          <a:xfrm>
            <a:off x="4552951" y="4067175"/>
            <a:ext cx="1257299" cy="5238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134417-CF39-7EE1-8F88-B9A5B7539D12}"/>
              </a:ext>
            </a:extLst>
          </p:cNvPr>
          <p:cNvSpPr/>
          <p:nvPr/>
        </p:nvSpPr>
        <p:spPr>
          <a:xfrm>
            <a:off x="10563226" y="4067175"/>
            <a:ext cx="1257299" cy="5238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E4B5B1-077C-F8C8-A034-D6BFE5752B6A}"/>
              </a:ext>
            </a:extLst>
          </p:cNvPr>
          <p:cNvSpPr/>
          <p:nvPr/>
        </p:nvSpPr>
        <p:spPr>
          <a:xfrm>
            <a:off x="7886701" y="4067175"/>
            <a:ext cx="600074" cy="5238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2CF6F5-E022-749E-D990-0CF4E5EA1B0C}"/>
              </a:ext>
            </a:extLst>
          </p:cNvPr>
          <p:cNvSpPr/>
          <p:nvPr/>
        </p:nvSpPr>
        <p:spPr>
          <a:xfrm>
            <a:off x="858192" y="3259931"/>
            <a:ext cx="896566" cy="338136"/>
          </a:xfrm>
          <a:prstGeom prst="rect">
            <a:avLst/>
          </a:prstGeom>
          <a:solidFill>
            <a:srgbClr val="BFBFBF"/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2F027F-7CB9-EC44-5367-533DA49D3D03}"/>
              </a:ext>
            </a:extLst>
          </p:cNvPr>
          <p:cNvSpPr/>
          <p:nvPr/>
        </p:nvSpPr>
        <p:spPr>
          <a:xfrm>
            <a:off x="2114550" y="3259931"/>
            <a:ext cx="896566" cy="338136"/>
          </a:xfrm>
          <a:prstGeom prst="rect">
            <a:avLst/>
          </a:prstGeom>
          <a:solidFill>
            <a:srgbClr val="BFBFBF"/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992ABC3-D53A-3883-4925-CB763A7DE874}"/>
              </a:ext>
            </a:extLst>
          </p:cNvPr>
          <p:cNvCxnSpPr>
            <a:cxnSpLocks/>
          </p:cNvCxnSpPr>
          <p:nvPr/>
        </p:nvCxnSpPr>
        <p:spPr>
          <a:xfrm rot="5400000">
            <a:off x="1929892" y="1936987"/>
            <a:ext cx="0" cy="298402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904F669-E590-6690-4C08-CA14E211684D}"/>
              </a:ext>
            </a:extLst>
          </p:cNvPr>
          <p:cNvSpPr/>
          <p:nvPr/>
        </p:nvSpPr>
        <p:spPr>
          <a:xfrm>
            <a:off x="10563226" y="4610099"/>
            <a:ext cx="1257299" cy="16192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89376B-69DA-2FB8-F595-4670F7DEE9DD}"/>
              </a:ext>
            </a:extLst>
          </p:cNvPr>
          <p:cNvSpPr/>
          <p:nvPr/>
        </p:nvSpPr>
        <p:spPr>
          <a:xfrm>
            <a:off x="7886700" y="4610099"/>
            <a:ext cx="600075" cy="14287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894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C2240-3BD4-108D-056D-193584035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E0A9C40-B686-5817-DF5F-B8CCB5EBA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Resist Strip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CB0D52-C86A-D4BF-0880-A9C71178C6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F3B24-B118-475F-93E6-0FA486CCC06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29CFE3-AAE9-4876-5726-D8BED705CD9C}"/>
              </a:ext>
            </a:extLst>
          </p:cNvPr>
          <p:cNvSpPr/>
          <p:nvPr/>
        </p:nvSpPr>
        <p:spPr>
          <a:xfrm>
            <a:off x="4552951" y="4772025"/>
            <a:ext cx="7267574" cy="76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52DF31-DCC5-EBC0-5C45-597B2E197CB4}"/>
              </a:ext>
            </a:extLst>
          </p:cNvPr>
          <p:cNvSpPr/>
          <p:nvPr/>
        </p:nvSpPr>
        <p:spPr>
          <a:xfrm>
            <a:off x="669892" y="2169000"/>
            <a:ext cx="2520000" cy="2520000"/>
          </a:xfrm>
          <a:prstGeom prst="rect">
            <a:avLst/>
          </a:prstGeom>
          <a:solidFill>
            <a:srgbClr val="A6CAEC"/>
          </a:solidFill>
          <a:ln>
            <a:solidFill>
              <a:srgbClr val="A6CA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15555C-FB48-2FA6-12D1-9906B0077D1C}"/>
              </a:ext>
            </a:extLst>
          </p:cNvPr>
          <p:cNvSpPr/>
          <p:nvPr/>
        </p:nvSpPr>
        <p:spPr>
          <a:xfrm>
            <a:off x="4552950" y="4610099"/>
            <a:ext cx="1257299" cy="16192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17DFD5-29C7-B2EC-1759-9CB511B5E152}"/>
              </a:ext>
            </a:extLst>
          </p:cNvPr>
          <p:cNvSpPr/>
          <p:nvPr/>
        </p:nvSpPr>
        <p:spPr>
          <a:xfrm>
            <a:off x="858192" y="3259931"/>
            <a:ext cx="896566" cy="338136"/>
          </a:xfrm>
          <a:prstGeom prst="rect">
            <a:avLst/>
          </a:prstGeom>
          <a:solidFill>
            <a:srgbClr val="BFBFBF"/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22F395-BDEB-29CE-AF86-AEB1F2ACEF9A}"/>
              </a:ext>
            </a:extLst>
          </p:cNvPr>
          <p:cNvSpPr/>
          <p:nvPr/>
        </p:nvSpPr>
        <p:spPr>
          <a:xfrm>
            <a:off x="2114550" y="3259931"/>
            <a:ext cx="896566" cy="338136"/>
          </a:xfrm>
          <a:prstGeom prst="rect">
            <a:avLst/>
          </a:prstGeom>
          <a:solidFill>
            <a:srgbClr val="BFBFBF"/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BDFCCD0-F827-37FE-02DF-81FEABEF4F93}"/>
              </a:ext>
            </a:extLst>
          </p:cNvPr>
          <p:cNvCxnSpPr>
            <a:cxnSpLocks/>
          </p:cNvCxnSpPr>
          <p:nvPr/>
        </p:nvCxnSpPr>
        <p:spPr>
          <a:xfrm rot="5400000">
            <a:off x="1929892" y="1936987"/>
            <a:ext cx="0" cy="298402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7C2A1C3A-625E-C5A8-9B1F-3EEB1962FADF}"/>
              </a:ext>
            </a:extLst>
          </p:cNvPr>
          <p:cNvSpPr/>
          <p:nvPr/>
        </p:nvSpPr>
        <p:spPr>
          <a:xfrm>
            <a:off x="10563226" y="4610099"/>
            <a:ext cx="1257299" cy="16192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0EBD87-FBC3-DAFE-C8EE-56D7FCBC317C}"/>
              </a:ext>
            </a:extLst>
          </p:cNvPr>
          <p:cNvSpPr/>
          <p:nvPr/>
        </p:nvSpPr>
        <p:spPr>
          <a:xfrm>
            <a:off x="7886700" y="4610099"/>
            <a:ext cx="600075" cy="14287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008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63205-315F-8054-4D4A-1F71BCB27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8013CB2-99AD-B69D-8910-9BCDBAD26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Spin-on-Glass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B6C0E-246A-817C-33A3-E3C6C9CBD5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F3B24-B118-475F-93E6-0FA486CCC06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AAB0F2-E600-5DF1-D91C-AF686F358031}"/>
              </a:ext>
            </a:extLst>
          </p:cNvPr>
          <p:cNvSpPr/>
          <p:nvPr/>
        </p:nvSpPr>
        <p:spPr>
          <a:xfrm>
            <a:off x="4552951" y="4772025"/>
            <a:ext cx="7267574" cy="76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6C35F8-87EF-7556-7928-C9AD934A6F67}"/>
              </a:ext>
            </a:extLst>
          </p:cNvPr>
          <p:cNvSpPr/>
          <p:nvPr/>
        </p:nvSpPr>
        <p:spPr>
          <a:xfrm>
            <a:off x="669892" y="2169000"/>
            <a:ext cx="2520000" cy="252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A6CA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4447E1-41FF-C1A6-C49F-BB25F2AFE04F}"/>
              </a:ext>
            </a:extLst>
          </p:cNvPr>
          <p:cNvSpPr/>
          <p:nvPr/>
        </p:nvSpPr>
        <p:spPr>
          <a:xfrm>
            <a:off x="4552950" y="4610099"/>
            <a:ext cx="1257299" cy="16192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034D74-E3D2-CA0A-FFEC-BF6D9741794A}"/>
              </a:ext>
            </a:extLst>
          </p:cNvPr>
          <p:cNvSpPr/>
          <p:nvPr/>
        </p:nvSpPr>
        <p:spPr>
          <a:xfrm>
            <a:off x="858192" y="3259931"/>
            <a:ext cx="896566" cy="33813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4DE501-619D-74C7-8945-C4CAA462B21C}"/>
              </a:ext>
            </a:extLst>
          </p:cNvPr>
          <p:cNvSpPr/>
          <p:nvPr/>
        </p:nvSpPr>
        <p:spPr>
          <a:xfrm>
            <a:off x="2114550" y="3259931"/>
            <a:ext cx="896566" cy="33813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5DA3A7-CFB7-060B-0B05-EF2171502D76}"/>
              </a:ext>
            </a:extLst>
          </p:cNvPr>
          <p:cNvCxnSpPr>
            <a:cxnSpLocks/>
          </p:cNvCxnSpPr>
          <p:nvPr/>
        </p:nvCxnSpPr>
        <p:spPr>
          <a:xfrm rot="5400000">
            <a:off x="1929892" y="1936987"/>
            <a:ext cx="0" cy="298402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A37C4445-74AB-B78F-C61C-1EB0D5DDAA33}"/>
              </a:ext>
            </a:extLst>
          </p:cNvPr>
          <p:cNvSpPr/>
          <p:nvPr/>
        </p:nvSpPr>
        <p:spPr>
          <a:xfrm>
            <a:off x="10563226" y="4610099"/>
            <a:ext cx="1257299" cy="16192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B713F8-D3EE-5CBD-4D32-51A9856F15F5}"/>
              </a:ext>
            </a:extLst>
          </p:cNvPr>
          <p:cNvSpPr/>
          <p:nvPr/>
        </p:nvSpPr>
        <p:spPr>
          <a:xfrm>
            <a:off x="7886700" y="4610099"/>
            <a:ext cx="600075" cy="14287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9EE161-A47A-EB08-E4F4-FE594049EE4D}"/>
              </a:ext>
            </a:extLst>
          </p:cNvPr>
          <p:cNvSpPr/>
          <p:nvPr/>
        </p:nvSpPr>
        <p:spPr>
          <a:xfrm>
            <a:off x="4552950" y="4433883"/>
            <a:ext cx="1257299" cy="1619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393B8D-204B-7FC7-9C95-EC33DB0C2380}"/>
              </a:ext>
            </a:extLst>
          </p:cNvPr>
          <p:cNvSpPr/>
          <p:nvPr/>
        </p:nvSpPr>
        <p:spPr>
          <a:xfrm>
            <a:off x="10563226" y="4433883"/>
            <a:ext cx="1257299" cy="1619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46E456-634B-F1F2-0A0D-A5616A51B035}"/>
              </a:ext>
            </a:extLst>
          </p:cNvPr>
          <p:cNvSpPr/>
          <p:nvPr/>
        </p:nvSpPr>
        <p:spPr>
          <a:xfrm>
            <a:off x="7886700" y="4433883"/>
            <a:ext cx="600075" cy="17621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57AA12-19C3-8A5F-F254-F932AFD4901C}"/>
              </a:ext>
            </a:extLst>
          </p:cNvPr>
          <p:cNvSpPr/>
          <p:nvPr/>
        </p:nvSpPr>
        <p:spPr>
          <a:xfrm>
            <a:off x="5810249" y="4588665"/>
            <a:ext cx="2076451" cy="18336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F54C38-ADB8-07A6-9E71-1B8FEBBB3652}"/>
              </a:ext>
            </a:extLst>
          </p:cNvPr>
          <p:cNvSpPr/>
          <p:nvPr/>
        </p:nvSpPr>
        <p:spPr>
          <a:xfrm>
            <a:off x="8486774" y="4588665"/>
            <a:ext cx="2076451" cy="17621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59C4DB7C-8B98-C603-3C65-0DB9725BAAF7}"/>
              </a:ext>
            </a:extLst>
          </p:cNvPr>
          <p:cNvSpPr/>
          <p:nvPr/>
        </p:nvSpPr>
        <p:spPr>
          <a:xfrm>
            <a:off x="5648249" y="4426665"/>
            <a:ext cx="324000" cy="324000"/>
          </a:xfrm>
          <a:prstGeom prst="arc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47E30B7D-85C7-757D-3F93-E2865B45EF00}"/>
              </a:ext>
            </a:extLst>
          </p:cNvPr>
          <p:cNvSpPr/>
          <p:nvPr/>
        </p:nvSpPr>
        <p:spPr>
          <a:xfrm>
            <a:off x="8324774" y="4426665"/>
            <a:ext cx="324000" cy="324000"/>
          </a:xfrm>
          <a:prstGeom prst="arc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32F129DB-36DE-438F-5025-A83FE854449B}"/>
              </a:ext>
            </a:extLst>
          </p:cNvPr>
          <p:cNvSpPr/>
          <p:nvPr/>
        </p:nvSpPr>
        <p:spPr>
          <a:xfrm flipH="1">
            <a:off x="7724700" y="4428973"/>
            <a:ext cx="324000" cy="324000"/>
          </a:xfrm>
          <a:prstGeom prst="arc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76165251-A605-BF2E-9954-631C967A6C77}"/>
              </a:ext>
            </a:extLst>
          </p:cNvPr>
          <p:cNvSpPr/>
          <p:nvPr/>
        </p:nvSpPr>
        <p:spPr>
          <a:xfrm flipH="1">
            <a:off x="10401225" y="4428973"/>
            <a:ext cx="324000" cy="324000"/>
          </a:xfrm>
          <a:prstGeom prst="arc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705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A4849-54E4-F6D1-CAE2-3AE962D74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A0FAA6-BCB9-AF03-EB6A-D922CD0BC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Thermal Diffusion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E6A3FB-FB07-6682-5E87-D708FC81CB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F3B24-B118-475F-93E6-0FA486CCC06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2ED7C0-24E3-8FD0-FB12-F40BC9783394}"/>
              </a:ext>
            </a:extLst>
          </p:cNvPr>
          <p:cNvSpPr/>
          <p:nvPr/>
        </p:nvSpPr>
        <p:spPr>
          <a:xfrm>
            <a:off x="4552951" y="4772025"/>
            <a:ext cx="7267574" cy="76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4CCA45-36DE-304A-5BDA-44018FCBEE06}"/>
              </a:ext>
            </a:extLst>
          </p:cNvPr>
          <p:cNvSpPr/>
          <p:nvPr/>
        </p:nvSpPr>
        <p:spPr>
          <a:xfrm>
            <a:off x="669892" y="2169000"/>
            <a:ext cx="2520000" cy="252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A6CA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993F6B-6421-0030-B7CD-ECAAF7A59961}"/>
              </a:ext>
            </a:extLst>
          </p:cNvPr>
          <p:cNvSpPr/>
          <p:nvPr/>
        </p:nvSpPr>
        <p:spPr>
          <a:xfrm>
            <a:off x="4552950" y="4610099"/>
            <a:ext cx="1257299" cy="16192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669282-CF55-7E57-27FD-C5D7202C1A5B}"/>
              </a:ext>
            </a:extLst>
          </p:cNvPr>
          <p:cNvSpPr/>
          <p:nvPr/>
        </p:nvSpPr>
        <p:spPr>
          <a:xfrm>
            <a:off x="858192" y="3259931"/>
            <a:ext cx="896566" cy="33813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3E53B3-F0BD-71A8-CF19-D5E1856C471C}"/>
              </a:ext>
            </a:extLst>
          </p:cNvPr>
          <p:cNvSpPr/>
          <p:nvPr/>
        </p:nvSpPr>
        <p:spPr>
          <a:xfrm>
            <a:off x="2114550" y="3259931"/>
            <a:ext cx="896566" cy="33813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D67258D-B9B1-C35A-A886-9DFA4CD1921C}"/>
              </a:ext>
            </a:extLst>
          </p:cNvPr>
          <p:cNvCxnSpPr>
            <a:cxnSpLocks/>
          </p:cNvCxnSpPr>
          <p:nvPr/>
        </p:nvCxnSpPr>
        <p:spPr>
          <a:xfrm rot="5400000">
            <a:off x="1929892" y="1936987"/>
            <a:ext cx="0" cy="298402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2EFB1F2-0727-AECC-E067-F3222A5B96BB}"/>
              </a:ext>
            </a:extLst>
          </p:cNvPr>
          <p:cNvSpPr/>
          <p:nvPr/>
        </p:nvSpPr>
        <p:spPr>
          <a:xfrm>
            <a:off x="10563226" y="4610099"/>
            <a:ext cx="1257299" cy="16192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E01E63-0ECB-C372-6683-EFB99060973B}"/>
              </a:ext>
            </a:extLst>
          </p:cNvPr>
          <p:cNvSpPr/>
          <p:nvPr/>
        </p:nvSpPr>
        <p:spPr>
          <a:xfrm>
            <a:off x="7886700" y="4610099"/>
            <a:ext cx="600075" cy="14287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9D3D9E-F2E5-A9FB-3274-8758537231C0}"/>
              </a:ext>
            </a:extLst>
          </p:cNvPr>
          <p:cNvSpPr/>
          <p:nvPr/>
        </p:nvSpPr>
        <p:spPr>
          <a:xfrm>
            <a:off x="4552950" y="4433883"/>
            <a:ext cx="1257299" cy="1619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0DD7E1-3F5F-87CE-9F76-ECEE782D2D35}"/>
              </a:ext>
            </a:extLst>
          </p:cNvPr>
          <p:cNvSpPr/>
          <p:nvPr/>
        </p:nvSpPr>
        <p:spPr>
          <a:xfrm>
            <a:off x="10563226" y="4433883"/>
            <a:ext cx="1257299" cy="1619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92467C-4FF2-3D87-3614-2FD90C47D189}"/>
              </a:ext>
            </a:extLst>
          </p:cNvPr>
          <p:cNvSpPr/>
          <p:nvPr/>
        </p:nvSpPr>
        <p:spPr>
          <a:xfrm>
            <a:off x="7886700" y="4433883"/>
            <a:ext cx="600075" cy="17621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D7CFA4-1477-7CA3-CA34-3BDF9DF1DE4D}"/>
              </a:ext>
            </a:extLst>
          </p:cNvPr>
          <p:cNvSpPr/>
          <p:nvPr/>
        </p:nvSpPr>
        <p:spPr>
          <a:xfrm>
            <a:off x="5810249" y="4588665"/>
            <a:ext cx="2076451" cy="18336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74161A-B44F-DE03-643E-74A2CD8E282B}"/>
              </a:ext>
            </a:extLst>
          </p:cNvPr>
          <p:cNvSpPr/>
          <p:nvPr/>
        </p:nvSpPr>
        <p:spPr>
          <a:xfrm>
            <a:off x="8486774" y="4588665"/>
            <a:ext cx="2076451" cy="17621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A11B8DCC-8685-D296-8D17-4F25FCCB17D8}"/>
              </a:ext>
            </a:extLst>
          </p:cNvPr>
          <p:cNvSpPr/>
          <p:nvPr/>
        </p:nvSpPr>
        <p:spPr>
          <a:xfrm>
            <a:off x="5648249" y="4426665"/>
            <a:ext cx="324000" cy="324000"/>
          </a:xfrm>
          <a:prstGeom prst="arc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8502F4DF-C7CF-4C02-90A9-AEB7716646F7}"/>
              </a:ext>
            </a:extLst>
          </p:cNvPr>
          <p:cNvSpPr/>
          <p:nvPr/>
        </p:nvSpPr>
        <p:spPr>
          <a:xfrm>
            <a:off x="8324774" y="4426665"/>
            <a:ext cx="324000" cy="324000"/>
          </a:xfrm>
          <a:prstGeom prst="arc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E3E6591B-45B3-EA91-E15A-DD4B4A9739F5}"/>
              </a:ext>
            </a:extLst>
          </p:cNvPr>
          <p:cNvSpPr/>
          <p:nvPr/>
        </p:nvSpPr>
        <p:spPr>
          <a:xfrm flipH="1">
            <a:off x="7724700" y="4428973"/>
            <a:ext cx="324000" cy="324000"/>
          </a:xfrm>
          <a:prstGeom prst="arc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0BB60761-259A-5EEB-EC1D-1AFD5E53EF85}"/>
              </a:ext>
            </a:extLst>
          </p:cNvPr>
          <p:cNvSpPr/>
          <p:nvPr/>
        </p:nvSpPr>
        <p:spPr>
          <a:xfrm flipH="1">
            <a:off x="10401225" y="4428973"/>
            <a:ext cx="324000" cy="324000"/>
          </a:xfrm>
          <a:prstGeom prst="arc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FA06D49-193B-410C-7B2E-F21B47A6E0A4}"/>
              </a:ext>
            </a:extLst>
          </p:cNvPr>
          <p:cNvGrpSpPr/>
          <p:nvPr/>
        </p:nvGrpSpPr>
        <p:grpSpPr>
          <a:xfrm>
            <a:off x="4753693" y="4417040"/>
            <a:ext cx="3261420" cy="674724"/>
            <a:chOff x="5657874" y="3411183"/>
            <a:chExt cx="2381201" cy="3240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C500238-C274-8CAC-39BF-A23BA04ABFD2}"/>
                </a:ext>
              </a:extLst>
            </p:cNvPr>
            <p:cNvSpPr/>
            <p:nvPr/>
          </p:nvSpPr>
          <p:spPr>
            <a:xfrm>
              <a:off x="5810249" y="3572985"/>
              <a:ext cx="2076451" cy="162000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Arc 30">
              <a:extLst>
                <a:ext uri="{FF2B5EF4-FFF2-40B4-BE49-F238E27FC236}">
                  <a16:creationId xmlns:a16="http://schemas.microsoft.com/office/drawing/2014/main" id="{DB1F150B-14B2-F154-9302-AC446A262DF6}"/>
                </a:ext>
              </a:extLst>
            </p:cNvPr>
            <p:cNvSpPr/>
            <p:nvPr/>
          </p:nvSpPr>
          <p:spPr>
            <a:xfrm flipV="1">
              <a:off x="7715075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Arc 31">
              <a:extLst>
                <a:ext uri="{FF2B5EF4-FFF2-40B4-BE49-F238E27FC236}">
                  <a16:creationId xmlns:a16="http://schemas.microsoft.com/office/drawing/2014/main" id="{70516DE3-1A56-DF09-3724-E18FF0B2822A}"/>
                </a:ext>
              </a:extLst>
            </p:cNvPr>
            <p:cNvSpPr/>
            <p:nvPr/>
          </p:nvSpPr>
          <p:spPr>
            <a:xfrm flipH="1" flipV="1">
              <a:off x="5657874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1B97FA4-48A9-C82D-34F7-43B98644AE40}"/>
              </a:ext>
            </a:extLst>
          </p:cNvPr>
          <p:cNvGrpSpPr/>
          <p:nvPr/>
        </p:nvGrpSpPr>
        <p:grpSpPr>
          <a:xfrm>
            <a:off x="8324774" y="4417040"/>
            <a:ext cx="3392097" cy="674724"/>
            <a:chOff x="5657874" y="3411183"/>
            <a:chExt cx="2381201" cy="3240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14068B7-8C7C-8EBD-7152-B49CEFE7A5E7}"/>
                </a:ext>
              </a:extLst>
            </p:cNvPr>
            <p:cNvSpPr/>
            <p:nvPr/>
          </p:nvSpPr>
          <p:spPr>
            <a:xfrm>
              <a:off x="5810249" y="3572985"/>
              <a:ext cx="2076451" cy="162000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098D4990-0710-6B6A-3DB9-29DFCD04A432}"/>
                </a:ext>
              </a:extLst>
            </p:cNvPr>
            <p:cNvSpPr/>
            <p:nvPr/>
          </p:nvSpPr>
          <p:spPr>
            <a:xfrm flipV="1">
              <a:off x="7715075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Arc 35">
              <a:extLst>
                <a:ext uri="{FF2B5EF4-FFF2-40B4-BE49-F238E27FC236}">
                  <a16:creationId xmlns:a16="http://schemas.microsoft.com/office/drawing/2014/main" id="{A7F25F1B-73FA-7D8D-8560-C285929B073A}"/>
                </a:ext>
              </a:extLst>
            </p:cNvPr>
            <p:cNvSpPr/>
            <p:nvPr/>
          </p:nvSpPr>
          <p:spPr>
            <a:xfrm flipH="1" flipV="1">
              <a:off x="5657874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4659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8DC46-8EF4-1E44-1891-5AA498DE9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1D138BE3-9513-318B-ADF4-9CDC72848962}"/>
              </a:ext>
            </a:extLst>
          </p:cNvPr>
          <p:cNvSpPr/>
          <p:nvPr/>
        </p:nvSpPr>
        <p:spPr>
          <a:xfrm>
            <a:off x="8818175" y="4046149"/>
            <a:ext cx="1769015" cy="5238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D3FCBB8-140F-40CB-A447-18C5D29F65B3}"/>
              </a:ext>
            </a:extLst>
          </p:cNvPr>
          <p:cNvSpPr/>
          <p:nvPr/>
        </p:nvSpPr>
        <p:spPr>
          <a:xfrm>
            <a:off x="5786287" y="4046149"/>
            <a:ext cx="1433636" cy="5238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FF7A426-4B3C-EEF8-5EFA-FFF5C4A4D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Mask 2: Gate Oxide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DA24C0-4706-20DC-8654-66F8B93AAC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F3B24-B118-475F-93E6-0FA486CCC06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38DCF7-901B-E66A-7051-898D98B50377}"/>
              </a:ext>
            </a:extLst>
          </p:cNvPr>
          <p:cNvSpPr/>
          <p:nvPr/>
        </p:nvSpPr>
        <p:spPr>
          <a:xfrm>
            <a:off x="4552951" y="4772025"/>
            <a:ext cx="7267574" cy="76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A9078F-10AD-9B8B-C2E3-B29B7633355C}"/>
              </a:ext>
            </a:extLst>
          </p:cNvPr>
          <p:cNvSpPr/>
          <p:nvPr/>
        </p:nvSpPr>
        <p:spPr>
          <a:xfrm>
            <a:off x="669892" y="2169000"/>
            <a:ext cx="2520000" cy="2520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0F27DB-451C-BA4D-513A-CDB76C297174}"/>
              </a:ext>
            </a:extLst>
          </p:cNvPr>
          <p:cNvSpPr/>
          <p:nvPr/>
        </p:nvSpPr>
        <p:spPr>
          <a:xfrm>
            <a:off x="4552950" y="4610099"/>
            <a:ext cx="1257299" cy="16192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FBD96D-051D-B52B-C552-66710C546FDC}"/>
              </a:ext>
            </a:extLst>
          </p:cNvPr>
          <p:cNvSpPr/>
          <p:nvPr/>
        </p:nvSpPr>
        <p:spPr>
          <a:xfrm>
            <a:off x="10563226" y="4610099"/>
            <a:ext cx="1257299" cy="16192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53CE82-EB3D-E1ED-E793-EC342C72A913}"/>
              </a:ext>
            </a:extLst>
          </p:cNvPr>
          <p:cNvSpPr/>
          <p:nvPr/>
        </p:nvSpPr>
        <p:spPr>
          <a:xfrm>
            <a:off x="7886700" y="4610099"/>
            <a:ext cx="600075" cy="14287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62D3C4-3886-9B74-E8D4-F1BEAE24AE49}"/>
              </a:ext>
            </a:extLst>
          </p:cNvPr>
          <p:cNvSpPr/>
          <p:nvPr/>
        </p:nvSpPr>
        <p:spPr>
          <a:xfrm>
            <a:off x="4552950" y="4433883"/>
            <a:ext cx="1257299" cy="1619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66200A-FA4C-3A64-7B7F-DB14CC87E2AF}"/>
              </a:ext>
            </a:extLst>
          </p:cNvPr>
          <p:cNvSpPr/>
          <p:nvPr/>
        </p:nvSpPr>
        <p:spPr>
          <a:xfrm>
            <a:off x="10563226" y="4433883"/>
            <a:ext cx="1257299" cy="1619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002AD9-F7DB-B7F7-51E7-C8DAFD52CDB6}"/>
              </a:ext>
            </a:extLst>
          </p:cNvPr>
          <p:cNvSpPr/>
          <p:nvPr/>
        </p:nvSpPr>
        <p:spPr>
          <a:xfrm>
            <a:off x="7886700" y="4433883"/>
            <a:ext cx="600075" cy="17621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9057B4-6B6C-340E-2870-369DCC38F325}"/>
              </a:ext>
            </a:extLst>
          </p:cNvPr>
          <p:cNvSpPr/>
          <p:nvPr/>
        </p:nvSpPr>
        <p:spPr>
          <a:xfrm>
            <a:off x="5810249" y="4588665"/>
            <a:ext cx="2076451" cy="18336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CD5E86-E680-A3E7-AA2A-7BA70AF28612}"/>
              </a:ext>
            </a:extLst>
          </p:cNvPr>
          <p:cNvSpPr/>
          <p:nvPr/>
        </p:nvSpPr>
        <p:spPr>
          <a:xfrm>
            <a:off x="8486774" y="4588665"/>
            <a:ext cx="2076451" cy="17621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B2AE8181-4A76-E145-73D4-13A365D9A379}"/>
              </a:ext>
            </a:extLst>
          </p:cNvPr>
          <p:cNvSpPr/>
          <p:nvPr/>
        </p:nvSpPr>
        <p:spPr>
          <a:xfrm>
            <a:off x="5648249" y="4426665"/>
            <a:ext cx="324000" cy="324000"/>
          </a:xfrm>
          <a:prstGeom prst="arc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2E27A99A-CFF1-ACD9-C7D3-D2648FD89A54}"/>
              </a:ext>
            </a:extLst>
          </p:cNvPr>
          <p:cNvSpPr/>
          <p:nvPr/>
        </p:nvSpPr>
        <p:spPr>
          <a:xfrm>
            <a:off x="8324774" y="4426665"/>
            <a:ext cx="324000" cy="324000"/>
          </a:xfrm>
          <a:prstGeom prst="arc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CE01D58F-5F71-3A4E-4BF0-FB05D4C84514}"/>
              </a:ext>
            </a:extLst>
          </p:cNvPr>
          <p:cNvSpPr/>
          <p:nvPr/>
        </p:nvSpPr>
        <p:spPr>
          <a:xfrm flipH="1">
            <a:off x="7724700" y="4428973"/>
            <a:ext cx="324000" cy="324000"/>
          </a:xfrm>
          <a:prstGeom prst="arc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483D92E0-79B7-0EBB-BDA3-A752E5282499}"/>
              </a:ext>
            </a:extLst>
          </p:cNvPr>
          <p:cNvSpPr/>
          <p:nvPr/>
        </p:nvSpPr>
        <p:spPr>
          <a:xfrm flipH="1">
            <a:off x="10401225" y="4428973"/>
            <a:ext cx="324000" cy="324000"/>
          </a:xfrm>
          <a:prstGeom prst="arc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246A28-52F5-4413-11FB-4CE659ECDFE2}"/>
              </a:ext>
            </a:extLst>
          </p:cNvPr>
          <p:cNvSpPr/>
          <p:nvPr/>
        </p:nvSpPr>
        <p:spPr>
          <a:xfrm>
            <a:off x="4552951" y="3892754"/>
            <a:ext cx="1257298" cy="5238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82A0655-DE0D-0A5D-4717-BB9520D21685}"/>
              </a:ext>
            </a:extLst>
          </p:cNvPr>
          <p:cNvSpPr/>
          <p:nvPr/>
        </p:nvSpPr>
        <p:spPr>
          <a:xfrm>
            <a:off x="6327110" y="4046149"/>
            <a:ext cx="1233335" cy="5238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838E7D9-15B7-622A-D7E3-2B82AD9FD57D}"/>
              </a:ext>
            </a:extLst>
          </p:cNvPr>
          <p:cNvSpPr/>
          <p:nvPr/>
        </p:nvSpPr>
        <p:spPr>
          <a:xfrm>
            <a:off x="10587190" y="3892754"/>
            <a:ext cx="1233335" cy="5238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728C5FA1-D0E9-B5A6-16F9-0DA15F706AE3}"/>
              </a:ext>
            </a:extLst>
          </p:cNvPr>
          <p:cNvSpPr/>
          <p:nvPr/>
        </p:nvSpPr>
        <p:spPr>
          <a:xfrm>
            <a:off x="5657874" y="3888668"/>
            <a:ext cx="324000" cy="324000"/>
          </a:xfrm>
          <a:prstGeom prst="arc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55AF4B26-B967-677C-46BA-0F6DEC0EDA15}"/>
              </a:ext>
            </a:extLst>
          </p:cNvPr>
          <p:cNvSpPr/>
          <p:nvPr/>
        </p:nvSpPr>
        <p:spPr>
          <a:xfrm flipH="1">
            <a:off x="10425190" y="3888668"/>
            <a:ext cx="324000" cy="324000"/>
          </a:xfrm>
          <a:prstGeom prst="arc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11030BB-7C7A-49B4-2489-E00CA60CD56D}"/>
              </a:ext>
            </a:extLst>
          </p:cNvPr>
          <p:cNvSpPr/>
          <p:nvPr/>
        </p:nvSpPr>
        <p:spPr>
          <a:xfrm>
            <a:off x="1626723" y="3133021"/>
            <a:ext cx="606338" cy="591956"/>
          </a:xfrm>
          <a:prstGeom prst="rect">
            <a:avLst/>
          </a:prstGeom>
          <a:solidFill>
            <a:srgbClr val="8ED973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5BAD9B7-B2AD-A247-853F-F851104DAD9D}"/>
              </a:ext>
            </a:extLst>
          </p:cNvPr>
          <p:cNvSpPr/>
          <p:nvPr/>
        </p:nvSpPr>
        <p:spPr>
          <a:xfrm>
            <a:off x="858192" y="3259931"/>
            <a:ext cx="896566" cy="33813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55B6D87-6D30-0F00-B6B3-01895ACBF544}"/>
              </a:ext>
            </a:extLst>
          </p:cNvPr>
          <p:cNvSpPr/>
          <p:nvPr/>
        </p:nvSpPr>
        <p:spPr>
          <a:xfrm>
            <a:off x="2114550" y="3259931"/>
            <a:ext cx="896566" cy="33813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E701CC0-9933-A178-032B-AF898AE8EDF5}"/>
              </a:ext>
            </a:extLst>
          </p:cNvPr>
          <p:cNvCxnSpPr>
            <a:cxnSpLocks/>
          </p:cNvCxnSpPr>
          <p:nvPr/>
        </p:nvCxnSpPr>
        <p:spPr>
          <a:xfrm rot="5400000">
            <a:off x="1929892" y="1936987"/>
            <a:ext cx="0" cy="298402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2811502-04BA-1C1C-3895-2A93827C0489}"/>
              </a:ext>
            </a:extLst>
          </p:cNvPr>
          <p:cNvGrpSpPr/>
          <p:nvPr/>
        </p:nvGrpSpPr>
        <p:grpSpPr>
          <a:xfrm>
            <a:off x="4753693" y="4417040"/>
            <a:ext cx="3261420" cy="674724"/>
            <a:chOff x="5657874" y="3411183"/>
            <a:chExt cx="2381201" cy="324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2503AB0-0262-0923-9142-47F5FA842E54}"/>
                </a:ext>
              </a:extLst>
            </p:cNvPr>
            <p:cNvSpPr/>
            <p:nvPr/>
          </p:nvSpPr>
          <p:spPr>
            <a:xfrm>
              <a:off x="5810249" y="3572985"/>
              <a:ext cx="2076451" cy="162000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DE9DC7F9-C86C-0BD5-AE9A-BD4422565D9E}"/>
                </a:ext>
              </a:extLst>
            </p:cNvPr>
            <p:cNvSpPr/>
            <p:nvPr/>
          </p:nvSpPr>
          <p:spPr>
            <a:xfrm flipV="1">
              <a:off x="7715075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Arc 32">
              <a:extLst>
                <a:ext uri="{FF2B5EF4-FFF2-40B4-BE49-F238E27FC236}">
                  <a16:creationId xmlns:a16="http://schemas.microsoft.com/office/drawing/2014/main" id="{E062504C-F208-6626-F0CB-149C42F52025}"/>
                </a:ext>
              </a:extLst>
            </p:cNvPr>
            <p:cNvSpPr/>
            <p:nvPr/>
          </p:nvSpPr>
          <p:spPr>
            <a:xfrm flipH="1" flipV="1">
              <a:off x="5657874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EC86868-0409-898A-76F1-F1AF5466420E}"/>
              </a:ext>
            </a:extLst>
          </p:cNvPr>
          <p:cNvGrpSpPr/>
          <p:nvPr/>
        </p:nvGrpSpPr>
        <p:grpSpPr>
          <a:xfrm>
            <a:off x="8324774" y="4417040"/>
            <a:ext cx="3392097" cy="674724"/>
            <a:chOff x="5657874" y="3411183"/>
            <a:chExt cx="2381201" cy="324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9415237-E9DE-AF6E-038A-01B0299D27E0}"/>
                </a:ext>
              </a:extLst>
            </p:cNvPr>
            <p:cNvSpPr/>
            <p:nvPr/>
          </p:nvSpPr>
          <p:spPr>
            <a:xfrm>
              <a:off x="5810249" y="3572985"/>
              <a:ext cx="2076451" cy="162000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Arc 42">
              <a:extLst>
                <a:ext uri="{FF2B5EF4-FFF2-40B4-BE49-F238E27FC236}">
                  <a16:creationId xmlns:a16="http://schemas.microsoft.com/office/drawing/2014/main" id="{9B6AD271-1144-F00A-2002-2F9B23E55A43}"/>
                </a:ext>
              </a:extLst>
            </p:cNvPr>
            <p:cNvSpPr/>
            <p:nvPr/>
          </p:nvSpPr>
          <p:spPr>
            <a:xfrm flipV="1">
              <a:off x="7715075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Arc 43">
              <a:extLst>
                <a:ext uri="{FF2B5EF4-FFF2-40B4-BE49-F238E27FC236}">
                  <a16:creationId xmlns:a16="http://schemas.microsoft.com/office/drawing/2014/main" id="{75C80D08-3464-FE86-E363-6D3AF136B4ED}"/>
                </a:ext>
              </a:extLst>
            </p:cNvPr>
            <p:cNvSpPr/>
            <p:nvPr/>
          </p:nvSpPr>
          <p:spPr>
            <a:xfrm flipH="1" flipV="1">
              <a:off x="5657874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51904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15769-B5B9-53A8-7529-10E26307A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3F410535-FC02-30BF-5CF9-A65BF77B8217}"/>
              </a:ext>
            </a:extLst>
          </p:cNvPr>
          <p:cNvSpPr/>
          <p:nvPr/>
        </p:nvSpPr>
        <p:spPr>
          <a:xfrm>
            <a:off x="8818175" y="4046149"/>
            <a:ext cx="1769015" cy="5238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5C66714-4610-661D-AF98-819EFEED5A2C}"/>
              </a:ext>
            </a:extLst>
          </p:cNvPr>
          <p:cNvSpPr/>
          <p:nvPr/>
        </p:nvSpPr>
        <p:spPr>
          <a:xfrm>
            <a:off x="5786287" y="4046149"/>
            <a:ext cx="1433636" cy="5238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8411548-458B-E054-ADD0-2700BD42F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BOE Etch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B50C56-64D4-DE10-3C5F-AE6E5B66ED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F3B24-B118-475F-93E6-0FA486CCC06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50B6E1-1589-F82F-29D1-D9DFA17B657E}"/>
              </a:ext>
            </a:extLst>
          </p:cNvPr>
          <p:cNvSpPr/>
          <p:nvPr/>
        </p:nvSpPr>
        <p:spPr>
          <a:xfrm>
            <a:off x="4552951" y="4772025"/>
            <a:ext cx="7267574" cy="76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54CA11-B09F-1363-E250-23ED69F01BEA}"/>
              </a:ext>
            </a:extLst>
          </p:cNvPr>
          <p:cNvSpPr/>
          <p:nvPr/>
        </p:nvSpPr>
        <p:spPr>
          <a:xfrm>
            <a:off x="669892" y="2169000"/>
            <a:ext cx="2520000" cy="2520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9E899C-494B-B988-FDB3-F19B15A20895}"/>
              </a:ext>
            </a:extLst>
          </p:cNvPr>
          <p:cNvSpPr/>
          <p:nvPr/>
        </p:nvSpPr>
        <p:spPr>
          <a:xfrm>
            <a:off x="4552950" y="4610099"/>
            <a:ext cx="1257299" cy="16192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0522D7-31AE-D25C-D3D7-5BF858214FDE}"/>
              </a:ext>
            </a:extLst>
          </p:cNvPr>
          <p:cNvSpPr/>
          <p:nvPr/>
        </p:nvSpPr>
        <p:spPr>
          <a:xfrm>
            <a:off x="10563226" y="4610099"/>
            <a:ext cx="1257299" cy="16192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9806B9-92A5-B1C2-CBD7-44B053252AF2}"/>
              </a:ext>
            </a:extLst>
          </p:cNvPr>
          <p:cNvSpPr/>
          <p:nvPr/>
        </p:nvSpPr>
        <p:spPr>
          <a:xfrm>
            <a:off x="4552950" y="4433883"/>
            <a:ext cx="1257299" cy="1619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622BD-13CE-4164-5ABA-01F179BDFA7C}"/>
              </a:ext>
            </a:extLst>
          </p:cNvPr>
          <p:cNvSpPr/>
          <p:nvPr/>
        </p:nvSpPr>
        <p:spPr>
          <a:xfrm>
            <a:off x="10563226" y="4433883"/>
            <a:ext cx="1257299" cy="1619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750CFA-85CC-087F-093F-D99441B5F8F8}"/>
              </a:ext>
            </a:extLst>
          </p:cNvPr>
          <p:cNvSpPr/>
          <p:nvPr/>
        </p:nvSpPr>
        <p:spPr>
          <a:xfrm>
            <a:off x="5810250" y="4588665"/>
            <a:ext cx="1750196" cy="1619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FE54C4-0B55-CA50-9336-31E03CF0B100}"/>
              </a:ext>
            </a:extLst>
          </p:cNvPr>
          <p:cNvSpPr/>
          <p:nvPr/>
        </p:nvSpPr>
        <p:spPr>
          <a:xfrm>
            <a:off x="8818175" y="4588664"/>
            <a:ext cx="1745050" cy="17665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E3E5B318-6EE4-6CF7-6418-4028C54A74A1}"/>
              </a:ext>
            </a:extLst>
          </p:cNvPr>
          <p:cNvSpPr/>
          <p:nvPr/>
        </p:nvSpPr>
        <p:spPr>
          <a:xfrm>
            <a:off x="5648249" y="4426665"/>
            <a:ext cx="324000" cy="324000"/>
          </a:xfrm>
          <a:prstGeom prst="arc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4F66890A-E082-E778-5EC7-9A5A7A3215C0}"/>
              </a:ext>
            </a:extLst>
          </p:cNvPr>
          <p:cNvSpPr/>
          <p:nvPr/>
        </p:nvSpPr>
        <p:spPr>
          <a:xfrm flipH="1">
            <a:off x="10401225" y="4428973"/>
            <a:ext cx="324000" cy="324000"/>
          </a:xfrm>
          <a:prstGeom prst="arc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0A98AC-143C-B9F8-BFC8-A816BA6DE18E}"/>
              </a:ext>
            </a:extLst>
          </p:cNvPr>
          <p:cNvSpPr/>
          <p:nvPr/>
        </p:nvSpPr>
        <p:spPr>
          <a:xfrm>
            <a:off x="4552951" y="3892754"/>
            <a:ext cx="1257298" cy="5238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3F8681A-CC29-94C6-F066-E059D2439360}"/>
              </a:ext>
            </a:extLst>
          </p:cNvPr>
          <p:cNvSpPr/>
          <p:nvPr/>
        </p:nvSpPr>
        <p:spPr>
          <a:xfrm>
            <a:off x="6327110" y="4046149"/>
            <a:ext cx="1233335" cy="5238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239AA2F-4E57-72A9-4CE4-D108AD40D01A}"/>
              </a:ext>
            </a:extLst>
          </p:cNvPr>
          <p:cNvSpPr/>
          <p:nvPr/>
        </p:nvSpPr>
        <p:spPr>
          <a:xfrm>
            <a:off x="10587190" y="3892754"/>
            <a:ext cx="1233335" cy="5238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52562EE1-CF88-FE42-AFA3-A1AFA73FC91E}"/>
              </a:ext>
            </a:extLst>
          </p:cNvPr>
          <p:cNvSpPr/>
          <p:nvPr/>
        </p:nvSpPr>
        <p:spPr>
          <a:xfrm>
            <a:off x="5657874" y="3888668"/>
            <a:ext cx="324000" cy="324000"/>
          </a:xfrm>
          <a:prstGeom prst="arc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D272C546-1918-8ECE-ABD1-C39A525653A8}"/>
              </a:ext>
            </a:extLst>
          </p:cNvPr>
          <p:cNvSpPr/>
          <p:nvPr/>
        </p:nvSpPr>
        <p:spPr>
          <a:xfrm flipH="1">
            <a:off x="10425190" y="3888668"/>
            <a:ext cx="324000" cy="324000"/>
          </a:xfrm>
          <a:prstGeom prst="arc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835C077-98B3-B428-6E05-BB9E9DF059EC}"/>
              </a:ext>
            </a:extLst>
          </p:cNvPr>
          <p:cNvSpPr/>
          <p:nvPr/>
        </p:nvSpPr>
        <p:spPr>
          <a:xfrm>
            <a:off x="1626723" y="3133021"/>
            <a:ext cx="606338" cy="591956"/>
          </a:xfrm>
          <a:prstGeom prst="rect">
            <a:avLst/>
          </a:prstGeom>
          <a:solidFill>
            <a:srgbClr val="BFBFB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BB4A99C-FF88-E826-E7F5-D262DC6C2961}"/>
              </a:ext>
            </a:extLst>
          </p:cNvPr>
          <p:cNvSpPr/>
          <p:nvPr/>
        </p:nvSpPr>
        <p:spPr>
          <a:xfrm>
            <a:off x="858192" y="3259931"/>
            <a:ext cx="896566" cy="33813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639358C-31EB-FA6E-A100-0B8B67BA0A61}"/>
              </a:ext>
            </a:extLst>
          </p:cNvPr>
          <p:cNvSpPr/>
          <p:nvPr/>
        </p:nvSpPr>
        <p:spPr>
          <a:xfrm>
            <a:off x="2114550" y="3259931"/>
            <a:ext cx="896566" cy="33813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0A16282-CFC3-5D1C-C631-26245C0B0DA7}"/>
              </a:ext>
            </a:extLst>
          </p:cNvPr>
          <p:cNvCxnSpPr>
            <a:cxnSpLocks/>
          </p:cNvCxnSpPr>
          <p:nvPr/>
        </p:nvCxnSpPr>
        <p:spPr>
          <a:xfrm rot="5400000">
            <a:off x="1929892" y="1936987"/>
            <a:ext cx="0" cy="298402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0A741D31-35D1-99ED-5C72-DFA61F8E642A}"/>
              </a:ext>
            </a:extLst>
          </p:cNvPr>
          <p:cNvGrpSpPr/>
          <p:nvPr/>
        </p:nvGrpSpPr>
        <p:grpSpPr>
          <a:xfrm>
            <a:off x="4753693" y="4426005"/>
            <a:ext cx="3261420" cy="674724"/>
            <a:chOff x="5657874" y="3411183"/>
            <a:chExt cx="2381201" cy="324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725EB60-CCF6-6CBA-CC57-E9732F9B5900}"/>
                </a:ext>
              </a:extLst>
            </p:cNvPr>
            <p:cNvSpPr/>
            <p:nvPr/>
          </p:nvSpPr>
          <p:spPr>
            <a:xfrm>
              <a:off x="5810249" y="3572985"/>
              <a:ext cx="2076451" cy="162000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5B485CC0-4223-11DD-AF2F-0EF99E60DC95}"/>
                </a:ext>
              </a:extLst>
            </p:cNvPr>
            <p:cNvSpPr/>
            <p:nvPr/>
          </p:nvSpPr>
          <p:spPr>
            <a:xfrm flipV="1">
              <a:off x="7715075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67002721-B84F-5B94-17E6-292C7350C7CE}"/>
                </a:ext>
              </a:extLst>
            </p:cNvPr>
            <p:cNvSpPr/>
            <p:nvPr/>
          </p:nvSpPr>
          <p:spPr>
            <a:xfrm flipH="1" flipV="1">
              <a:off x="5657874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B181A62-2DF4-DC40-0F7C-59939C0CB541}"/>
              </a:ext>
            </a:extLst>
          </p:cNvPr>
          <p:cNvGrpSpPr/>
          <p:nvPr/>
        </p:nvGrpSpPr>
        <p:grpSpPr>
          <a:xfrm>
            <a:off x="8324774" y="4426005"/>
            <a:ext cx="3392097" cy="674724"/>
            <a:chOff x="5657874" y="3411183"/>
            <a:chExt cx="2381201" cy="324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165AB47-4589-DB73-ED27-9808671ACFDD}"/>
                </a:ext>
              </a:extLst>
            </p:cNvPr>
            <p:cNvSpPr/>
            <p:nvPr/>
          </p:nvSpPr>
          <p:spPr>
            <a:xfrm>
              <a:off x="5810249" y="3572985"/>
              <a:ext cx="2076451" cy="162000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69110327-1479-F852-0893-7A3895055BE3}"/>
                </a:ext>
              </a:extLst>
            </p:cNvPr>
            <p:cNvSpPr/>
            <p:nvPr/>
          </p:nvSpPr>
          <p:spPr>
            <a:xfrm flipV="1">
              <a:off x="7715075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Arc 32">
              <a:extLst>
                <a:ext uri="{FF2B5EF4-FFF2-40B4-BE49-F238E27FC236}">
                  <a16:creationId xmlns:a16="http://schemas.microsoft.com/office/drawing/2014/main" id="{508F032B-1D64-6632-D22F-93204DE960C7}"/>
                </a:ext>
              </a:extLst>
            </p:cNvPr>
            <p:cNvSpPr/>
            <p:nvPr/>
          </p:nvSpPr>
          <p:spPr>
            <a:xfrm flipH="1" flipV="1">
              <a:off x="5657874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8073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176DC-83FF-D1BB-AD8D-7DD520341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1EE3DE0-BB8B-1F9D-6ECB-F5E19B3F4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Resist Strip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5EA799-9E10-62FD-F4F7-8699973E8C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F3B24-B118-475F-93E6-0FA486CCC06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2DA41C-EDA4-5FD7-D077-9DBFEFB4C324}"/>
              </a:ext>
            </a:extLst>
          </p:cNvPr>
          <p:cNvSpPr/>
          <p:nvPr/>
        </p:nvSpPr>
        <p:spPr>
          <a:xfrm>
            <a:off x="4552951" y="4772025"/>
            <a:ext cx="7267574" cy="76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B98893-6A27-A703-C29F-0F6D62879992}"/>
              </a:ext>
            </a:extLst>
          </p:cNvPr>
          <p:cNvSpPr/>
          <p:nvPr/>
        </p:nvSpPr>
        <p:spPr>
          <a:xfrm>
            <a:off x="669892" y="2169000"/>
            <a:ext cx="2520000" cy="2520000"/>
          </a:xfrm>
          <a:prstGeom prst="rect">
            <a:avLst/>
          </a:prstGeom>
          <a:solidFill>
            <a:srgbClr val="8ED973"/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53514B-7F6C-407A-7E72-4F90D9E2B122}"/>
              </a:ext>
            </a:extLst>
          </p:cNvPr>
          <p:cNvSpPr/>
          <p:nvPr/>
        </p:nvSpPr>
        <p:spPr>
          <a:xfrm>
            <a:off x="4552950" y="4610099"/>
            <a:ext cx="1257299" cy="16192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2EB71F-F88F-E158-33B2-F87A3CD4606B}"/>
              </a:ext>
            </a:extLst>
          </p:cNvPr>
          <p:cNvSpPr/>
          <p:nvPr/>
        </p:nvSpPr>
        <p:spPr>
          <a:xfrm>
            <a:off x="10563226" y="4610099"/>
            <a:ext cx="1257299" cy="16192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0F97B2-4CBF-8995-516C-DBFAA7A14CA1}"/>
              </a:ext>
            </a:extLst>
          </p:cNvPr>
          <p:cNvSpPr/>
          <p:nvPr/>
        </p:nvSpPr>
        <p:spPr>
          <a:xfrm>
            <a:off x="4552950" y="4433883"/>
            <a:ext cx="1257299" cy="1619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6A79F7-C279-DE94-11BE-E87E159B74BC}"/>
              </a:ext>
            </a:extLst>
          </p:cNvPr>
          <p:cNvSpPr/>
          <p:nvPr/>
        </p:nvSpPr>
        <p:spPr>
          <a:xfrm>
            <a:off x="10563226" y="4433883"/>
            <a:ext cx="1257299" cy="1619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DC7BD9-0685-1248-D9D2-8DA2DBD318D0}"/>
              </a:ext>
            </a:extLst>
          </p:cNvPr>
          <p:cNvSpPr/>
          <p:nvPr/>
        </p:nvSpPr>
        <p:spPr>
          <a:xfrm>
            <a:off x="5810250" y="4588665"/>
            <a:ext cx="1750196" cy="1619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33B460-8BD6-BF86-A62D-07D300B0492E}"/>
              </a:ext>
            </a:extLst>
          </p:cNvPr>
          <p:cNvSpPr/>
          <p:nvPr/>
        </p:nvSpPr>
        <p:spPr>
          <a:xfrm>
            <a:off x="8818175" y="4588664"/>
            <a:ext cx="1745050" cy="17665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9DE852E1-999E-5BD4-63ED-1FE1C9ED22EC}"/>
              </a:ext>
            </a:extLst>
          </p:cNvPr>
          <p:cNvSpPr/>
          <p:nvPr/>
        </p:nvSpPr>
        <p:spPr>
          <a:xfrm>
            <a:off x="5648249" y="4426665"/>
            <a:ext cx="324000" cy="324000"/>
          </a:xfrm>
          <a:prstGeom prst="arc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F94C9CD7-3EE3-2052-59B3-54808A72FF93}"/>
              </a:ext>
            </a:extLst>
          </p:cNvPr>
          <p:cNvSpPr/>
          <p:nvPr/>
        </p:nvSpPr>
        <p:spPr>
          <a:xfrm flipH="1">
            <a:off x="10401225" y="4428973"/>
            <a:ext cx="324000" cy="324000"/>
          </a:xfrm>
          <a:prstGeom prst="arc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2038628-8C48-3B7F-3C88-496FAB52F6B9}"/>
              </a:ext>
            </a:extLst>
          </p:cNvPr>
          <p:cNvSpPr/>
          <p:nvPr/>
        </p:nvSpPr>
        <p:spPr>
          <a:xfrm>
            <a:off x="1626723" y="3133021"/>
            <a:ext cx="606338" cy="591956"/>
          </a:xfrm>
          <a:prstGeom prst="rect">
            <a:avLst/>
          </a:prstGeom>
          <a:solidFill>
            <a:srgbClr val="BFBFB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3ACCA8D-4673-202E-CD21-C39062EC87E1}"/>
              </a:ext>
            </a:extLst>
          </p:cNvPr>
          <p:cNvSpPr/>
          <p:nvPr/>
        </p:nvSpPr>
        <p:spPr>
          <a:xfrm>
            <a:off x="858192" y="3259931"/>
            <a:ext cx="896566" cy="33813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950CBB3-AF2F-2D98-CC98-42FCDB8AA632}"/>
              </a:ext>
            </a:extLst>
          </p:cNvPr>
          <p:cNvSpPr/>
          <p:nvPr/>
        </p:nvSpPr>
        <p:spPr>
          <a:xfrm>
            <a:off x="2114550" y="3259931"/>
            <a:ext cx="896566" cy="33813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CADEE31-E834-6BB9-4BF7-433F851A02E9}"/>
              </a:ext>
            </a:extLst>
          </p:cNvPr>
          <p:cNvCxnSpPr>
            <a:cxnSpLocks/>
          </p:cNvCxnSpPr>
          <p:nvPr/>
        </p:nvCxnSpPr>
        <p:spPr>
          <a:xfrm rot="5400000">
            <a:off x="1929892" y="1936987"/>
            <a:ext cx="0" cy="298402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77E1DBC8-8752-03B4-267C-E04DE90BB8CF}"/>
              </a:ext>
            </a:extLst>
          </p:cNvPr>
          <p:cNvGrpSpPr/>
          <p:nvPr/>
        </p:nvGrpSpPr>
        <p:grpSpPr>
          <a:xfrm>
            <a:off x="4753693" y="4426005"/>
            <a:ext cx="3261420" cy="674724"/>
            <a:chOff x="5657874" y="3411183"/>
            <a:chExt cx="2381201" cy="324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1BB3330-1A4C-515D-4A6E-7C614007659A}"/>
                </a:ext>
              </a:extLst>
            </p:cNvPr>
            <p:cNvSpPr/>
            <p:nvPr/>
          </p:nvSpPr>
          <p:spPr>
            <a:xfrm>
              <a:off x="5810249" y="3572985"/>
              <a:ext cx="2076451" cy="162000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D002E0CE-E327-4E13-7042-025BFCC57E45}"/>
                </a:ext>
              </a:extLst>
            </p:cNvPr>
            <p:cNvSpPr/>
            <p:nvPr/>
          </p:nvSpPr>
          <p:spPr>
            <a:xfrm flipV="1">
              <a:off x="7715075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0068D931-13A0-D963-1F19-BD954CD790A2}"/>
                </a:ext>
              </a:extLst>
            </p:cNvPr>
            <p:cNvSpPr/>
            <p:nvPr/>
          </p:nvSpPr>
          <p:spPr>
            <a:xfrm flipH="1" flipV="1">
              <a:off x="5657874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A1F329A-1D60-FCB0-DBF8-026475D0913C}"/>
              </a:ext>
            </a:extLst>
          </p:cNvPr>
          <p:cNvGrpSpPr/>
          <p:nvPr/>
        </p:nvGrpSpPr>
        <p:grpSpPr>
          <a:xfrm>
            <a:off x="8324774" y="4426005"/>
            <a:ext cx="3392097" cy="674724"/>
            <a:chOff x="5657874" y="3411183"/>
            <a:chExt cx="2381201" cy="324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10B57A3-D002-F502-4A5B-F210A596788A}"/>
                </a:ext>
              </a:extLst>
            </p:cNvPr>
            <p:cNvSpPr/>
            <p:nvPr/>
          </p:nvSpPr>
          <p:spPr>
            <a:xfrm>
              <a:off x="5810249" y="3572985"/>
              <a:ext cx="2076451" cy="162000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E298A301-37F0-7267-9A4A-61D64B12BBC0}"/>
                </a:ext>
              </a:extLst>
            </p:cNvPr>
            <p:cNvSpPr/>
            <p:nvPr/>
          </p:nvSpPr>
          <p:spPr>
            <a:xfrm flipV="1">
              <a:off x="7715075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29E033A5-D0AD-55C8-ADE1-0F18F2184E85}"/>
                </a:ext>
              </a:extLst>
            </p:cNvPr>
            <p:cNvSpPr/>
            <p:nvPr/>
          </p:nvSpPr>
          <p:spPr>
            <a:xfrm flipH="1" flipV="1">
              <a:off x="5657874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95410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FD96E-AE3E-678C-4EC2-C13DB4564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D054A22-9AA4-410C-00F9-2DBF5224A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Thermal Oxidation (Dry)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3732E6-271F-0FFA-6380-0F397434E7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F3B24-B118-475F-93E6-0FA486CCC06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86DB65-8F45-97D9-D3F6-F8E03341D412}"/>
              </a:ext>
            </a:extLst>
          </p:cNvPr>
          <p:cNvSpPr/>
          <p:nvPr/>
        </p:nvSpPr>
        <p:spPr>
          <a:xfrm>
            <a:off x="4552951" y="4772025"/>
            <a:ext cx="7267574" cy="76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0B9C68-68FB-FD1B-DE4D-BE2E43393B52}"/>
              </a:ext>
            </a:extLst>
          </p:cNvPr>
          <p:cNvSpPr/>
          <p:nvPr/>
        </p:nvSpPr>
        <p:spPr>
          <a:xfrm>
            <a:off x="669892" y="2169000"/>
            <a:ext cx="2520000" cy="2520000"/>
          </a:xfrm>
          <a:prstGeom prst="rect">
            <a:avLst/>
          </a:prstGeom>
          <a:solidFill>
            <a:srgbClr val="8ED973"/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51AAEB-7381-BA0C-9DEA-A554A49A53DB}"/>
              </a:ext>
            </a:extLst>
          </p:cNvPr>
          <p:cNvSpPr/>
          <p:nvPr/>
        </p:nvSpPr>
        <p:spPr>
          <a:xfrm>
            <a:off x="4552950" y="4523436"/>
            <a:ext cx="1257299" cy="16192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CD5F6A-5522-9F8C-0963-78CFD82E9771}"/>
              </a:ext>
            </a:extLst>
          </p:cNvPr>
          <p:cNvSpPr/>
          <p:nvPr/>
        </p:nvSpPr>
        <p:spPr>
          <a:xfrm>
            <a:off x="10563226" y="4523436"/>
            <a:ext cx="1257299" cy="16192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C5A5AE-EF5B-1988-2BB8-30D9A1AD7B73}"/>
              </a:ext>
            </a:extLst>
          </p:cNvPr>
          <p:cNvSpPr/>
          <p:nvPr/>
        </p:nvSpPr>
        <p:spPr>
          <a:xfrm>
            <a:off x="4552950" y="4347220"/>
            <a:ext cx="1257299" cy="1619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011BA9-DAEB-CA87-7C5E-181D35016CAA}"/>
              </a:ext>
            </a:extLst>
          </p:cNvPr>
          <p:cNvSpPr/>
          <p:nvPr/>
        </p:nvSpPr>
        <p:spPr>
          <a:xfrm>
            <a:off x="10563226" y="4347220"/>
            <a:ext cx="1257299" cy="1619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F70C5EEC-02ED-8CCA-32D4-808D3CB94A23}"/>
              </a:ext>
            </a:extLst>
          </p:cNvPr>
          <p:cNvSpPr/>
          <p:nvPr/>
        </p:nvSpPr>
        <p:spPr>
          <a:xfrm>
            <a:off x="5648249" y="4340002"/>
            <a:ext cx="324000" cy="324000"/>
          </a:xfrm>
          <a:prstGeom prst="arc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9849C4B7-C3F6-5E70-AF61-FB4651407959}"/>
              </a:ext>
            </a:extLst>
          </p:cNvPr>
          <p:cNvSpPr/>
          <p:nvPr/>
        </p:nvSpPr>
        <p:spPr>
          <a:xfrm flipH="1">
            <a:off x="10401225" y="4342310"/>
            <a:ext cx="324000" cy="324000"/>
          </a:xfrm>
          <a:prstGeom prst="arc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8E7BABC-DC98-25AC-16CA-4F6D579BF61E}"/>
              </a:ext>
            </a:extLst>
          </p:cNvPr>
          <p:cNvSpPr/>
          <p:nvPr/>
        </p:nvSpPr>
        <p:spPr>
          <a:xfrm>
            <a:off x="1626723" y="3133021"/>
            <a:ext cx="606338" cy="591956"/>
          </a:xfrm>
          <a:prstGeom prst="rect">
            <a:avLst/>
          </a:prstGeom>
          <a:solidFill>
            <a:srgbClr val="A6CAEC"/>
          </a:solidFill>
          <a:ln w="6350">
            <a:solidFill>
              <a:srgbClr val="A6CA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D26FF9B-F0D8-35CE-F70B-D09DE9285912}"/>
              </a:ext>
            </a:extLst>
          </p:cNvPr>
          <p:cNvSpPr/>
          <p:nvPr/>
        </p:nvSpPr>
        <p:spPr>
          <a:xfrm>
            <a:off x="858192" y="3259931"/>
            <a:ext cx="896566" cy="33813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AA5D636-624E-AEA2-5B0D-231FE2065ADC}"/>
              </a:ext>
            </a:extLst>
          </p:cNvPr>
          <p:cNvSpPr/>
          <p:nvPr/>
        </p:nvSpPr>
        <p:spPr>
          <a:xfrm>
            <a:off x="2114550" y="3259931"/>
            <a:ext cx="896566" cy="33813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22A4126-158D-D165-0EE1-ADB7BAA6221E}"/>
              </a:ext>
            </a:extLst>
          </p:cNvPr>
          <p:cNvCxnSpPr>
            <a:cxnSpLocks/>
          </p:cNvCxnSpPr>
          <p:nvPr/>
        </p:nvCxnSpPr>
        <p:spPr>
          <a:xfrm rot="5400000">
            <a:off x="1929892" y="1936987"/>
            <a:ext cx="0" cy="298402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F3C7ACF-CAA8-2CFF-CF48-1F47F7A9CC20}"/>
              </a:ext>
            </a:extLst>
          </p:cNvPr>
          <p:cNvSpPr/>
          <p:nvPr/>
        </p:nvSpPr>
        <p:spPr>
          <a:xfrm>
            <a:off x="4552950" y="4684431"/>
            <a:ext cx="7267574" cy="13157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786096-07E5-E8CA-C43B-C10973C8DD7D}"/>
              </a:ext>
            </a:extLst>
          </p:cNvPr>
          <p:cNvSpPr/>
          <p:nvPr/>
        </p:nvSpPr>
        <p:spPr>
          <a:xfrm>
            <a:off x="5810250" y="4502002"/>
            <a:ext cx="1750196" cy="1619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F976BE-CA6F-A44C-6D0D-AB3CDA82D0F1}"/>
              </a:ext>
            </a:extLst>
          </p:cNvPr>
          <p:cNvSpPr/>
          <p:nvPr/>
        </p:nvSpPr>
        <p:spPr>
          <a:xfrm>
            <a:off x="8818175" y="4502001"/>
            <a:ext cx="1745050" cy="17665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4040E08-894F-C60E-9823-C83327E57B5C}"/>
              </a:ext>
            </a:extLst>
          </p:cNvPr>
          <p:cNvGrpSpPr/>
          <p:nvPr/>
        </p:nvGrpSpPr>
        <p:grpSpPr>
          <a:xfrm>
            <a:off x="4753693" y="4488760"/>
            <a:ext cx="3261420" cy="674724"/>
            <a:chOff x="5657874" y="3411183"/>
            <a:chExt cx="2381201" cy="324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FFF35DC-4C9A-47F8-FD6F-6CAFCEB798C0}"/>
                </a:ext>
              </a:extLst>
            </p:cNvPr>
            <p:cNvSpPr/>
            <p:nvPr/>
          </p:nvSpPr>
          <p:spPr>
            <a:xfrm>
              <a:off x="5810249" y="3572985"/>
              <a:ext cx="2076451" cy="162000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32421590-D6E5-1228-A909-96F23C3688EA}"/>
                </a:ext>
              </a:extLst>
            </p:cNvPr>
            <p:cNvSpPr/>
            <p:nvPr/>
          </p:nvSpPr>
          <p:spPr>
            <a:xfrm flipV="1">
              <a:off x="7715075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283D1B25-3CB2-548B-9CC8-81B02BFF41AE}"/>
                </a:ext>
              </a:extLst>
            </p:cNvPr>
            <p:cNvSpPr/>
            <p:nvPr/>
          </p:nvSpPr>
          <p:spPr>
            <a:xfrm flipH="1" flipV="1">
              <a:off x="5657874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DE01F71-E956-897F-E66C-83800341C588}"/>
              </a:ext>
            </a:extLst>
          </p:cNvPr>
          <p:cNvGrpSpPr/>
          <p:nvPr/>
        </p:nvGrpSpPr>
        <p:grpSpPr>
          <a:xfrm>
            <a:off x="8324774" y="4488760"/>
            <a:ext cx="3392097" cy="674724"/>
            <a:chOff x="5657874" y="3411183"/>
            <a:chExt cx="2381201" cy="324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54911D7-C309-C107-3EEC-74F90241894B}"/>
                </a:ext>
              </a:extLst>
            </p:cNvPr>
            <p:cNvSpPr/>
            <p:nvPr/>
          </p:nvSpPr>
          <p:spPr>
            <a:xfrm>
              <a:off x="5810249" y="3572985"/>
              <a:ext cx="2076451" cy="162000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34412DB6-F0D5-B3DE-C904-B0D3C8B816C7}"/>
                </a:ext>
              </a:extLst>
            </p:cNvPr>
            <p:cNvSpPr/>
            <p:nvPr/>
          </p:nvSpPr>
          <p:spPr>
            <a:xfrm flipV="1">
              <a:off x="7715075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95060F46-CFEA-648F-3543-00F75862E09D}"/>
                </a:ext>
              </a:extLst>
            </p:cNvPr>
            <p:cNvSpPr/>
            <p:nvPr/>
          </p:nvSpPr>
          <p:spPr>
            <a:xfrm flipH="1" flipV="1">
              <a:off x="5657874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95128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2D75F-D9C9-0A33-8B95-502FCEB97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8C59D17-43F4-D58F-2278-8CEA25D7CBC4}"/>
              </a:ext>
            </a:extLst>
          </p:cNvPr>
          <p:cNvSpPr/>
          <p:nvPr/>
        </p:nvSpPr>
        <p:spPr>
          <a:xfrm>
            <a:off x="5729648" y="3961828"/>
            <a:ext cx="4912059" cy="5238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AA6A9B-863C-31BC-F7F1-527FF62B3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Mask 3: Contact Areas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AD577D-CC46-F80A-4785-59E66940D1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F3B24-B118-475F-93E6-0FA486CCC06B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DB721C-B917-5399-737A-3CBEE44A2AC8}"/>
              </a:ext>
            </a:extLst>
          </p:cNvPr>
          <p:cNvSpPr/>
          <p:nvPr/>
        </p:nvSpPr>
        <p:spPr>
          <a:xfrm>
            <a:off x="4552951" y="4772025"/>
            <a:ext cx="7267574" cy="76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5AE9AC-5F0A-BC8E-6353-3B1344DD1AE7}"/>
              </a:ext>
            </a:extLst>
          </p:cNvPr>
          <p:cNvSpPr/>
          <p:nvPr/>
        </p:nvSpPr>
        <p:spPr>
          <a:xfrm>
            <a:off x="669892" y="2169000"/>
            <a:ext cx="2520000" cy="2520000"/>
          </a:xfrm>
          <a:prstGeom prst="rect">
            <a:avLst/>
          </a:prstGeom>
          <a:solidFill>
            <a:srgbClr val="FF0000"/>
          </a:solidFill>
          <a:ln>
            <a:solidFill>
              <a:srgbClr val="FA46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EF7854-C0C3-A4DE-25A1-77F97908974C}"/>
              </a:ext>
            </a:extLst>
          </p:cNvPr>
          <p:cNvSpPr/>
          <p:nvPr/>
        </p:nvSpPr>
        <p:spPr>
          <a:xfrm>
            <a:off x="4552950" y="4523436"/>
            <a:ext cx="1257299" cy="16192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ECC6FD-C306-9D08-BB24-F89EAC86105A}"/>
              </a:ext>
            </a:extLst>
          </p:cNvPr>
          <p:cNvSpPr/>
          <p:nvPr/>
        </p:nvSpPr>
        <p:spPr>
          <a:xfrm>
            <a:off x="10563226" y="4523436"/>
            <a:ext cx="1257299" cy="16192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09BE8C-EC10-EFDB-D578-5230904D9241}"/>
              </a:ext>
            </a:extLst>
          </p:cNvPr>
          <p:cNvSpPr/>
          <p:nvPr/>
        </p:nvSpPr>
        <p:spPr>
          <a:xfrm>
            <a:off x="4552950" y="4347220"/>
            <a:ext cx="1257299" cy="1619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263DE8-C661-CF04-BDE0-6F4227064F52}"/>
              </a:ext>
            </a:extLst>
          </p:cNvPr>
          <p:cNvSpPr/>
          <p:nvPr/>
        </p:nvSpPr>
        <p:spPr>
          <a:xfrm>
            <a:off x="10563226" y="4347220"/>
            <a:ext cx="1257299" cy="1619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998C617C-009E-C996-A212-B5699FAEAFAC}"/>
              </a:ext>
            </a:extLst>
          </p:cNvPr>
          <p:cNvSpPr/>
          <p:nvPr/>
        </p:nvSpPr>
        <p:spPr>
          <a:xfrm>
            <a:off x="5648249" y="4340002"/>
            <a:ext cx="324000" cy="324000"/>
          </a:xfrm>
          <a:prstGeom prst="arc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8592B6FD-0D39-00B3-9F3E-1FFB321E736D}"/>
              </a:ext>
            </a:extLst>
          </p:cNvPr>
          <p:cNvSpPr/>
          <p:nvPr/>
        </p:nvSpPr>
        <p:spPr>
          <a:xfrm flipH="1">
            <a:off x="10401225" y="4342310"/>
            <a:ext cx="324000" cy="324000"/>
          </a:xfrm>
          <a:prstGeom prst="arc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ECC0C4F-18A4-D9BD-F4EB-B97885048CC5}"/>
              </a:ext>
            </a:extLst>
          </p:cNvPr>
          <p:cNvSpPr/>
          <p:nvPr/>
        </p:nvSpPr>
        <p:spPr>
          <a:xfrm>
            <a:off x="1626723" y="3133021"/>
            <a:ext cx="606338" cy="591956"/>
          </a:xfrm>
          <a:prstGeom prst="rect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98DAD7C-DC50-5995-9216-DD2D6DCEA8EC}"/>
              </a:ext>
            </a:extLst>
          </p:cNvPr>
          <p:cNvSpPr/>
          <p:nvPr/>
        </p:nvSpPr>
        <p:spPr>
          <a:xfrm>
            <a:off x="858192" y="3259931"/>
            <a:ext cx="896566" cy="33813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187A9CF-0F06-8E12-1CD6-D9634C60A3D4}"/>
              </a:ext>
            </a:extLst>
          </p:cNvPr>
          <p:cNvSpPr/>
          <p:nvPr/>
        </p:nvSpPr>
        <p:spPr>
          <a:xfrm>
            <a:off x="2114550" y="3259931"/>
            <a:ext cx="896566" cy="33813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D88C9C-CC19-42CE-CC49-A1C26FF137E9}"/>
              </a:ext>
            </a:extLst>
          </p:cNvPr>
          <p:cNvSpPr/>
          <p:nvPr/>
        </p:nvSpPr>
        <p:spPr>
          <a:xfrm>
            <a:off x="4552950" y="4684431"/>
            <a:ext cx="7267574" cy="13157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31F44A-4C1E-FFB8-2FC0-25C9BA365D86}"/>
              </a:ext>
            </a:extLst>
          </p:cNvPr>
          <p:cNvSpPr/>
          <p:nvPr/>
        </p:nvSpPr>
        <p:spPr>
          <a:xfrm>
            <a:off x="5810250" y="4502002"/>
            <a:ext cx="1750196" cy="1619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300E10-CE55-9976-6F34-7ED3993BAFF5}"/>
              </a:ext>
            </a:extLst>
          </p:cNvPr>
          <p:cNvSpPr/>
          <p:nvPr/>
        </p:nvSpPr>
        <p:spPr>
          <a:xfrm>
            <a:off x="8818175" y="4502001"/>
            <a:ext cx="1745050" cy="17665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B6B75D-1D4E-9C3E-63F1-314F9567990C}"/>
              </a:ext>
            </a:extLst>
          </p:cNvPr>
          <p:cNvSpPr/>
          <p:nvPr/>
        </p:nvSpPr>
        <p:spPr>
          <a:xfrm>
            <a:off x="968308" y="3338999"/>
            <a:ext cx="180000" cy="180000"/>
          </a:xfrm>
          <a:prstGeom prst="rect">
            <a:avLst/>
          </a:prstGeom>
          <a:solidFill>
            <a:srgbClr val="8ED973"/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E85530-64B8-9087-6107-6BC87F8BD382}"/>
              </a:ext>
            </a:extLst>
          </p:cNvPr>
          <p:cNvSpPr/>
          <p:nvPr/>
        </p:nvSpPr>
        <p:spPr>
          <a:xfrm>
            <a:off x="2736760" y="3338999"/>
            <a:ext cx="180000" cy="180000"/>
          </a:xfrm>
          <a:prstGeom prst="rect">
            <a:avLst/>
          </a:prstGeom>
          <a:solidFill>
            <a:srgbClr val="8ED973"/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3610A87-DB5D-BCD8-8423-D96D48CA8200}"/>
              </a:ext>
            </a:extLst>
          </p:cNvPr>
          <p:cNvSpPr/>
          <p:nvPr/>
        </p:nvSpPr>
        <p:spPr>
          <a:xfrm>
            <a:off x="4543325" y="3808982"/>
            <a:ext cx="288000" cy="5238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A3D69AA6-DB8D-5BD4-DC8E-B67B3176654C}"/>
              </a:ext>
            </a:extLst>
          </p:cNvPr>
          <p:cNvSpPr/>
          <p:nvPr/>
        </p:nvSpPr>
        <p:spPr>
          <a:xfrm>
            <a:off x="5652835" y="3812367"/>
            <a:ext cx="324000" cy="324000"/>
          </a:xfrm>
          <a:prstGeom prst="arc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1735FE8-F10F-9E33-0135-DB4BA44F5CAE}"/>
              </a:ext>
            </a:extLst>
          </p:cNvPr>
          <p:cNvSpPr/>
          <p:nvPr/>
        </p:nvSpPr>
        <p:spPr>
          <a:xfrm>
            <a:off x="5419985" y="3808982"/>
            <a:ext cx="390263" cy="5238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0D28C49-5C4F-E4AB-3A73-FF61DC02F9E0}"/>
              </a:ext>
            </a:extLst>
          </p:cNvPr>
          <p:cNvSpPr/>
          <p:nvPr/>
        </p:nvSpPr>
        <p:spPr>
          <a:xfrm flipH="1">
            <a:off x="11522108" y="3808982"/>
            <a:ext cx="288000" cy="5238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93D46DF6-C962-CD47-93D5-E33078500982}"/>
              </a:ext>
            </a:extLst>
          </p:cNvPr>
          <p:cNvSpPr/>
          <p:nvPr/>
        </p:nvSpPr>
        <p:spPr>
          <a:xfrm flipH="1">
            <a:off x="10455870" y="3802742"/>
            <a:ext cx="324000" cy="324000"/>
          </a:xfrm>
          <a:prstGeom prst="arc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891720B-76F1-B519-DECE-F19D101F18D9}"/>
              </a:ext>
            </a:extLst>
          </p:cNvPr>
          <p:cNvSpPr/>
          <p:nvPr/>
        </p:nvSpPr>
        <p:spPr>
          <a:xfrm flipH="1">
            <a:off x="10612832" y="3808982"/>
            <a:ext cx="390263" cy="5238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EC2CA84-6506-2AA9-4D0A-770BB106F2BC}"/>
              </a:ext>
            </a:extLst>
          </p:cNvPr>
          <p:cNvSpPr/>
          <p:nvPr/>
        </p:nvSpPr>
        <p:spPr>
          <a:xfrm>
            <a:off x="7560447" y="4145992"/>
            <a:ext cx="1250462" cy="5238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2841510-FAB8-549F-B905-A50CE9F923D9}"/>
              </a:ext>
            </a:extLst>
          </p:cNvPr>
          <p:cNvCxnSpPr>
            <a:cxnSpLocks/>
          </p:cNvCxnSpPr>
          <p:nvPr/>
        </p:nvCxnSpPr>
        <p:spPr>
          <a:xfrm rot="5400000">
            <a:off x="1929892" y="1936987"/>
            <a:ext cx="0" cy="298402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D75F240-1DFE-BFA5-262B-4DBC33872377}"/>
              </a:ext>
            </a:extLst>
          </p:cNvPr>
          <p:cNvGrpSpPr/>
          <p:nvPr/>
        </p:nvGrpSpPr>
        <p:grpSpPr>
          <a:xfrm>
            <a:off x="4753693" y="4488760"/>
            <a:ext cx="3261420" cy="674724"/>
            <a:chOff x="5657874" y="3411183"/>
            <a:chExt cx="2381201" cy="324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6E6BD7C-B810-9D23-4CD6-0AA368721740}"/>
                </a:ext>
              </a:extLst>
            </p:cNvPr>
            <p:cNvSpPr/>
            <p:nvPr/>
          </p:nvSpPr>
          <p:spPr>
            <a:xfrm>
              <a:off x="5810249" y="3572985"/>
              <a:ext cx="2076451" cy="162000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Arc 46">
              <a:extLst>
                <a:ext uri="{FF2B5EF4-FFF2-40B4-BE49-F238E27FC236}">
                  <a16:creationId xmlns:a16="http://schemas.microsoft.com/office/drawing/2014/main" id="{34EED19D-46DA-0518-509D-E128EE96DCEA}"/>
                </a:ext>
              </a:extLst>
            </p:cNvPr>
            <p:cNvSpPr/>
            <p:nvPr/>
          </p:nvSpPr>
          <p:spPr>
            <a:xfrm flipV="1">
              <a:off x="7715075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Arc 47">
              <a:extLst>
                <a:ext uri="{FF2B5EF4-FFF2-40B4-BE49-F238E27FC236}">
                  <a16:creationId xmlns:a16="http://schemas.microsoft.com/office/drawing/2014/main" id="{B133FE94-C20C-802D-F1DA-FA8CA071A899}"/>
                </a:ext>
              </a:extLst>
            </p:cNvPr>
            <p:cNvSpPr/>
            <p:nvPr/>
          </p:nvSpPr>
          <p:spPr>
            <a:xfrm flipH="1" flipV="1">
              <a:off x="5657874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58EC3C6-D535-3118-AB90-8663058A02E6}"/>
              </a:ext>
            </a:extLst>
          </p:cNvPr>
          <p:cNvGrpSpPr/>
          <p:nvPr/>
        </p:nvGrpSpPr>
        <p:grpSpPr>
          <a:xfrm>
            <a:off x="8324774" y="4488760"/>
            <a:ext cx="3392097" cy="674724"/>
            <a:chOff x="5657874" y="3411183"/>
            <a:chExt cx="2381201" cy="32400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58A20A1-EECC-5F44-2308-914B69CCA666}"/>
                </a:ext>
              </a:extLst>
            </p:cNvPr>
            <p:cNvSpPr/>
            <p:nvPr/>
          </p:nvSpPr>
          <p:spPr>
            <a:xfrm>
              <a:off x="5810249" y="3572985"/>
              <a:ext cx="2076451" cy="162000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Arc 50">
              <a:extLst>
                <a:ext uri="{FF2B5EF4-FFF2-40B4-BE49-F238E27FC236}">
                  <a16:creationId xmlns:a16="http://schemas.microsoft.com/office/drawing/2014/main" id="{CEAF9BE5-766A-90ED-25D8-574904699DC3}"/>
                </a:ext>
              </a:extLst>
            </p:cNvPr>
            <p:cNvSpPr/>
            <p:nvPr/>
          </p:nvSpPr>
          <p:spPr>
            <a:xfrm flipV="1">
              <a:off x="7715075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Arc 51">
              <a:extLst>
                <a:ext uri="{FF2B5EF4-FFF2-40B4-BE49-F238E27FC236}">
                  <a16:creationId xmlns:a16="http://schemas.microsoft.com/office/drawing/2014/main" id="{04C983B1-090A-A56C-3BB3-F2F4F885C1FB}"/>
                </a:ext>
              </a:extLst>
            </p:cNvPr>
            <p:cNvSpPr/>
            <p:nvPr/>
          </p:nvSpPr>
          <p:spPr>
            <a:xfrm flipH="1" flipV="1">
              <a:off x="5657874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83318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1CF69-811F-7F19-7906-1E244C323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B4E459DA-D51F-EF2F-B533-FB877A43676A}"/>
              </a:ext>
            </a:extLst>
          </p:cNvPr>
          <p:cNvSpPr/>
          <p:nvPr/>
        </p:nvSpPr>
        <p:spPr>
          <a:xfrm>
            <a:off x="5729648" y="3961828"/>
            <a:ext cx="4912059" cy="5238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92B834-34F0-C9AA-811E-65AE54FC3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BOE Etch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15B026-7AC0-E2D3-64F7-EE82F83460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F3B24-B118-475F-93E6-0FA486CCC06B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7EE327-C8B3-44AD-3827-E91E03DC3FA7}"/>
              </a:ext>
            </a:extLst>
          </p:cNvPr>
          <p:cNvSpPr/>
          <p:nvPr/>
        </p:nvSpPr>
        <p:spPr>
          <a:xfrm>
            <a:off x="4552951" y="4772025"/>
            <a:ext cx="7267574" cy="76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0E8FF1-F8BB-1B26-23A3-ED5E39C1812A}"/>
              </a:ext>
            </a:extLst>
          </p:cNvPr>
          <p:cNvSpPr/>
          <p:nvPr/>
        </p:nvSpPr>
        <p:spPr>
          <a:xfrm>
            <a:off x="669892" y="2169000"/>
            <a:ext cx="2520000" cy="2520000"/>
          </a:xfrm>
          <a:prstGeom prst="rect">
            <a:avLst/>
          </a:prstGeom>
          <a:solidFill>
            <a:srgbClr val="FF0000"/>
          </a:solidFill>
          <a:ln>
            <a:solidFill>
              <a:srgbClr val="FA46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F10F73-73B1-FAA9-2F06-D4BFF6B41F34}"/>
              </a:ext>
            </a:extLst>
          </p:cNvPr>
          <p:cNvSpPr/>
          <p:nvPr/>
        </p:nvSpPr>
        <p:spPr>
          <a:xfrm>
            <a:off x="4552950" y="4523436"/>
            <a:ext cx="1257299" cy="16192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E83AE9-9FF5-F3E3-BDA4-9D60A8E726CE}"/>
              </a:ext>
            </a:extLst>
          </p:cNvPr>
          <p:cNvSpPr/>
          <p:nvPr/>
        </p:nvSpPr>
        <p:spPr>
          <a:xfrm>
            <a:off x="10563226" y="4523436"/>
            <a:ext cx="1257299" cy="16192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0FCFF6-302B-B352-5585-B8825BDF468D}"/>
              </a:ext>
            </a:extLst>
          </p:cNvPr>
          <p:cNvSpPr/>
          <p:nvPr/>
        </p:nvSpPr>
        <p:spPr>
          <a:xfrm>
            <a:off x="4552950" y="4347220"/>
            <a:ext cx="1257299" cy="1619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886669-DDF0-BB0D-6947-93D0EA4851FC}"/>
              </a:ext>
            </a:extLst>
          </p:cNvPr>
          <p:cNvSpPr/>
          <p:nvPr/>
        </p:nvSpPr>
        <p:spPr>
          <a:xfrm>
            <a:off x="10563226" y="4347220"/>
            <a:ext cx="1257299" cy="1619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BD4BBE63-2CA4-9072-1E14-AFB47F3A0ACE}"/>
              </a:ext>
            </a:extLst>
          </p:cNvPr>
          <p:cNvSpPr/>
          <p:nvPr/>
        </p:nvSpPr>
        <p:spPr>
          <a:xfrm>
            <a:off x="5648249" y="4340002"/>
            <a:ext cx="324000" cy="324000"/>
          </a:xfrm>
          <a:prstGeom prst="arc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84F0E4D9-B6DE-1E7C-054A-590A2AF307B1}"/>
              </a:ext>
            </a:extLst>
          </p:cNvPr>
          <p:cNvSpPr/>
          <p:nvPr/>
        </p:nvSpPr>
        <p:spPr>
          <a:xfrm flipH="1">
            <a:off x="10401225" y="4342310"/>
            <a:ext cx="324000" cy="324000"/>
          </a:xfrm>
          <a:prstGeom prst="arc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655BE31-787B-AFEC-ABBD-E22F797FEAD6}"/>
              </a:ext>
            </a:extLst>
          </p:cNvPr>
          <p:cNvSpPr/>
          <p:nvPr/>
        </p:nvSpPr>
        <p:spPr>
          <a:xfrm>
            <a:off x="1626723" y="3133021"/>
            <a:ext cx="606338" cy="591956"/>
          </a:xfrm>
          <a:prstGeom prst="rect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B7FAD0F-9B70-8C80-5AB3-004485E8B246}"/>
              </a:ext>
            </a:extLst>
          </p:cNvPr>
          <p:cNvSpPr/>
          <p:nvPr/>
        </p:nvSpPr>
        <p:spPr>
          <a:xfrm>
            <a:off x="858192" y="3259931"/>
            <a:ext cx="896566" cy="33813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5F94B25-BF0D-81A3-100E-6E8B179D6D35}"/>
              </a:ext>
            </a:extLst>
          </p:cNvPr>
          <p:cNvSpPr/>
          <p:nvPr/>
        </p:nvSpPr>
        <p:spPr>
          <a:xfrm>
            <a:off x="2114550" y="3259931"/>
            <a:ext cx="896566" cy="33813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2239B2-C637-E85F-21BD-1726C7DE41DE}"/>
              </a:ext>
            </a:extLst>
          </p:cNvPr>
          <p:cNvSpPr/>
          <p:nvPr/>
        </p:nvSpPr>
        <p:spPr>
          <a:xfrm>
            <a:off x="4552950" y="4684431"/>
            <a:ext cx="7267574" cy="13157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098651-4194-4704-79BF-A2FB72BBE5F8}"/>
              </a:ext>
            </a:extLst>
          </p:cNvPr>
          <p:cNvSpPr/>
          <p:nvPr/>
        </p:nvSpPr>
        <p:spPr>
          <a:xfrm>
            <a:off x="5810250" y="4502002"/>
            <a:ext cx="1750196" cy="1619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78B3F8-04E9-998B-EC5D-B5944EEAF206}"/>
              </a:ext>
            </a:extLst>
          </p:cNvPr>
          <p:cNvSpPr/>
          <p:nvPr/>
        </p:nvSpPr>
        <p:spPr>
          <a:xfrm>
            <a:off x="8818175" y="4502001"/>
            <a:ext cx="1745050" cy="17665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50699F-1B5A-BBCD-5765-563622967A28}"/>
              </a:ext>
            </a:extLst>
          </p:cNvPr>
          <p:cNvSpPr/>
          <p:nvPr/>
        </p:nvSpPr>
        <p:spPr>
          <a:xfrm>
            <a:off x="968308" y="3338999"/>
            <a:ext cx="180000" cy="180000"/>
          </a:xfrm>
          <a:prstGeom prst="rect">
            <a:avLst/>
          </a:prstGeom>
          <a:solidFill>
            <a:srgbClr val="BFBFBF"/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21AA67-9F07-1134-44F9-393F2FD919E0}"/>
              </a:ext>
            </a:extLst>
          </p:cNvPr>
          <p:cNvSpPr/>
          <p:nvPr/>
        </p:nvSpPr>
        <p:spPr>
          <a:xfrm>
            <a:off x="2736760" y="3338999"/>
            <a:ext cx="180000" cy="180000"/>
          </a:xfrm>
          <a:prstGeom prst="rect">
            <a:avLst/>
          </a:prstGeom>
          <a:solidFill>
            <a:srgbClr val="BFBFBF"/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895B2E-03A8-6558-FADB-42C145243D88}"/>
              </a:ext>
            </a:extLst>
          </p:cNvPr>
          <p:cNvSpPr/>
          <p:nvPr/>
        </p:nvSpPr>
        <p:spPr>
          <a:xfrm>
            <a:off x="4543325" y="3808982"/>
            <a:ext cx="288000" cy="5238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BBC21C83-4895-341C-A38E-404A016FA9E9}"/>
              </a:ext>
            </a:extLst>
          </p:cNvPr>
          <p:cNvSpPr/>
          <p:nvPr/>
        </p:nvSpPr>
        <p:spPr>
          <a:xfrm>
            <a:off x="5652835" y="3812367"/>
            <a:ext cx="324000" cy="324000"/>
          </a:xfrm>
          <a:prstGeom prst="arc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895100C-D39B-C3A5-AAEB-090514D80CD0}"/>
              </a:ext>
            </a:extLst>
          </p:cNvPr>
          <p:cNvSpPr/>
          <p:nvPr/>
        </p:nvSpPr>
        <p:spPr>
          <a:xfrm>
            <a:off x="5419985" y="3808982"/>
            <a:ext cx="390263" cy="5238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A7A5C14-8944-5CE4-4A40-14D22813586D}"/>
              </a:ext>
            </a:extLst>
          </p:cNvPr>
          <p:cNvSpPr/>
          <p:nvPr/>
        </p:nvSpPr>
        <p:spPr>
          <a:xfrm flipH="1">
            <a:off x="11522108" y="3808982"/>
            <a:ext cx="288000" cy="5238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2466DE6D-2F62-3E1F-C68F-3EDEB9073EF3}"/>
              </a:ext>
            </a:extLst>
          </p:cNvPr>
          <p:cNvSpPr/>
          <p:nvPr/>
        </p:nvSpPr>
        <p:spPr>
          <a:xfrm flipH="1">
            <a:off x="10455870" y="3802742"/>
            <a:ext cx="324000" cy="324000"/>
          </a:xfrm>
          <a:prstGeom prst="arc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46D7DC5-E629-B0AC-79B9-13E64C488295}"/>
              </a:ext>
            </a:extLst>
          </p:cNvPr>
          <p:cNvSpPr/>
          <p:nvPr/>
        </p:nvSpPr>
        <p:spPr>
          <a:xfrm flipH="1">
            <a:off x="10612832" y="3808982"/>
            <a:ext cx="390263" cy="5238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D8E6535-874C-3978-5F6D-08F4C2BD7CE1}"/>
              </a:ext>
            </a:extLst>
          </p:cNvPr>
          <p:cNvSpPr/>
          <p:nvPr/>
        </p:nvSpPr>
        <p:spPr>
          <a:xfrm>
            <a:off x="7560447" y="4145992"/>
            <a:ext cx="1250462" cy="5238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92F7EB-49A8-A8F5-4E74-B4A9CAA2CA33}"/>
              </a:ext>
            </a:extLst>
          </p:cNvPr>
          <p:cNvSpPr/>
          <p:nvPr/>
        </p:nvSpPr>
        <p:spPr>
          <a:xfrm>
            <a:off x="4852791" y="4340001"/>
            <a:ext cx="562581" cy="4760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3F7150-A43D-9D25-E9AD-3D5644313B33}"/>
              </a:ext>
            </a:extLst>
          </p:cNvPr>
          <p:cNvSpPr/>
          <p:nvPr/>
        </p:nvSpPr>
        <p:spPr>
          <a:xfrm>
            <a:off x="11020249" y="4340001"/>
            <a:ext cx="486000" cy="4760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9D8D2C7-EA5B-6F5E-7734-EA33E2A610D4}"/>
              </a:ext>
            </a:extLst>
          </p:cNvPr>
          <p:cNvCxnSpPr>
            <a:cxnSpLocks/>
          </p:cNvCxnSpPr>
          <p:nvPr/>
        </p:nvCxnSpPr>
        <p:spPr>
          <a:xfrm rot="5400000">
            <a:off x="1929892" y="1936987"/>
            <a:ext cx="0" cy="298402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1A47656-29D1-82EB-5404-5E77471D8845}"/>
              </a:ext>
            </a:extLst>
          </p:cNvPr>
          <p:cNvGrpSpPr/>
          <p:nvPr/>
        </p:nvGrpSpPr>
        <p:grpSpPr>
          <a:xfrm>
            <a:off x="4753693" y="4488760"/>
            <a:ext cx="3261420" cy="674724"/>
            <a:chOff x="5657874" y="3411183"/>
            <a:chExt cx="2381201" cy="32400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6BE5865-936D-861A-752C-05BA18A0C3E7}"/>
                </a:ext>
              </a:extLst>
            </p:cNvPr>
            <p:cNvSpPr/>
            <p:nvPr/>
          </p:nvSpPr>
          <p:spPr>
            <a:xfrm>
              <a:off x="5810249" y="3572985"/>
              <a:ext cx="2076451" cy="162000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Arc 48">
              <a:extLst>
                <a:ext uri="{FF2B5EF4-FFF2-40B4-BE49-F238E27FC236}">
                  <a16:creationId xmlns:a16="http://schemas.microsoft.com/office/drawing/2014/main" id="{D8146977-ABB1-BF36-4D7B-006FB1B9E7DF}"/>
                </a:ext>
              </a:extLst>
            </p:cNvPr>
            <p:cNvSpPr/>
            <p:nvPr/>
          </p:nvSpPr>
          <p:spPr>
            <a:xfrm flipV="1">
              <a:off x="7715075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Arc 49">
              <a:extLst>
                <a:ext uri="{FF2B5EF4-FFF2-40B4-BE49-F238E27FC236}">
                  <a16:creationId xmlns:a16="http://schemas.microsoft.com/office/drawing/2014/main" id="{6D04F30D-FB9C-28E5-684F-4EA91D84BA04}"/>
                </a:ext>
              </a:extLst>
            </p:cNvPr>
            <p:cNvSpPr/>
            <p:nvPr/>
          </p:nvSpPr>
          <p:spPr>
            <a:xfrm flipH="1" flipV="1">
              <a:off x="5657874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8FDE692-341A-509A-B3AA-91D0A71967C0}"/>
              </a:ext>
            </a:extLst>
          </p:cNvPr>
          <p:cNvGrpSpPr/>
          <p:nvPr/>
        </p:nvGrpSpPr>
        <p:grpSpPr>
          <a:xfrm>
            <a:off x="8324774" y="4488760"/>
            <a:ext cx="3392097" cy="674724"/>
            <a:chOff x="5657874" y="3411183"/>
            <a:chExt cx="2381201" cy="324000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EEE42CBD-7380-4436-0E52-822E56006B4E}"/>
                </a:ext>
              </a:extLst>
            </p:cNvPr>
            <p:cNvSpPr/>
            <p:nvPr/>
          </p:nvSpPr>
          <p:spPr>
            <a:xfrm>
              <a:off x="5810249" y="3572985"/>
              <a:ext cx="2076451" cy="162000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Arc 52">
              <a:extLst>
                <a:ext uri="{FF2B5EF4-FFF2-40B4-BE49-F238E27FC236}">
                  <a16:creationId xmlns:a16="http://schemas.microsoft.com/office/drawing/2014/main" id="{5D0EB63A-252C-46F9-74C5-285B663372AA}"/>
                </a:ext>
              </a:extLst>
            </p:cNvPr>
            <p:cNvSpPr/>
            <p:nvPr/>
          </p:nvSpPr>
          <p:spPr>
            <a:xfrm flipV="1">
              <a:off x="7715075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Arc 53">
              <a:extLst>
                <a:ext uri="{FF2B5EF4-FFF2-40B4-BE49-F238E27FC236}">
                  <a16:creationId xmlns:a16="http://schemas.microsoft.com/office/drawing/2014/main" id="{3A8F8216-7CF2-3E23-CCD4-E3551900CAD5}"/>
                </a:ext>
              </a:extLst>
            </p:cNvPr>
            <p:cNvSpPr/>
            <p:nvPr/>
          </p:nvSpPr>
          <p:spPr>
            <a:xfrm flipH="1" flipV="1">
              <a:off x="5657874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78524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D48A1-8C88-1E57-8186-13C514D7C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1C054EC-4982-E7C4-9FCC-7DCA81D0A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Resist Strip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A40C4A-11BE-7552-E13C-54CCCD14BE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F3B24-B118-475F-93E6-0FA486CCC06B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AACCEE-42D0-ABFD-AA45-C491B52FA510}"/>
              </a:ext>
            </a:extLst>
          </p:cNvPr>
          <p:cNvSpPr/>
          <p:nvPr/>
        </p:nvSpPr>
        <p:spPr>
          <a:xfrm>
            <a:off x="4552951" y="4772025"/>
            <a:ext cx="7267574" cy="76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561EEF-1F10-B30A-9E2E-C72A0D5FA79C}"/>
              </a:ext>
            </a:extLst>
          </p:cNvPr>
          <p:cNvSpPr/>
          <p:nvPr/>
        </p:nvSpPr>
        <p:spPr>
          <a:xfrm>
            <a:off x="4552950" y="4523436"/>
            <a:ext cx="1257299" cy="16192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E422EF-9106-65E6-5D19-BFAB7897E504}"/>
              </a:ext>
            </a:extLst>
          </p:cNvPr>
          <p:cNvSpPr/>
          <p:nvPr/>
        </p:nvSpPr>
        <p:spPr>
          <a:xfrm>
            <a:off x="10563226" y="4523436"/>
            <a:ext cx="1257299" cy="16192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9EB38B-0F41-C48E-FDF3-8C8B7BA4045D}"/>
              </a:ext>
            </a:extLst>
          </p:cNvPr>
          <p:cNvSpPr/>
          <p:nvPr/>
        </p:nvSpPr>
        <p:spPr>
          <a:xfrm>
            <a:off x="4552950" y="4347220"/>
            <a:ext cx="1257299" cy="1619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121F54-E5AB-1146-6BFF-EFA26497F5C2}"/>
              </a:ext>
            </a:extLst>
          </p:cNvPr>
          <p:cNvSpPr/>
          <p:nvPr/>
        </p:nvSpPr>
        <p:spPr>
          <a:xfrm>
            <a:off x="10563226" y="4347220"/>
            <a:ext cx="1257299" cy="1619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77B2BB8B-BFCC-FA8C-724F-96E39E260B7B}"/>
              </a:ext>
            </a:extLst>
          </p:cNvPr>
          <p:cNvSpPr/>
          <p:nvPr/>
        </p:nvSpPr>
        <p:spPr>
          <a:xfrm>
            <a:off x="5648249" y="4340002"/>
            <a:ext cx="324000" cy="324000"/>
          </a:xfrm>
          <a:prstGeom prst="arc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5255B32A-6741-E9FC-F67A-AC7125213D22}"/>
              </a:ext>
            </a:extLst>
          </p:cNvPr>
          <p:cNvSpPr/>
          <p:nvPr/>
        </p:nvSpPr>
        <p:spPr>
          <a:xfrm flipH="1">
            <a:off x="10401225" y="4342310"/>
            <a:ext cx="324000" cy="324000"/>
          </a:xfrm>
          <a:prstGeom prst="arc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80C985-D5E8-8AF2-A6C9-7E5D3B4C64E8}"/>
              </a:ext>
            </a:extLst>
          </p:cNvPr>
          <p:cNvSpPr/>
          <p:nvPr/>
        </p:nvSpPr>
        <p:spPr>
          <a:xfrm>
            <a:off x="4552950" y="4684431"/>
            <a:ext cx="7267574" cy="13157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0F3B56-8BE2-161E-47F3-8E1B36D01682}"/>
              </a:ext>
            </a:extLst>
          </p:cNvPr>
          <p:cNvSpPr/>
          <p:nvPr/>
        </p:nvSpPr>
        <p:spPr>
          <a:xfrm>
            <a:off x="5810250" y="4510967"/>
            <a:ext cx="1750196" cy="1619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251655-4E3C-C000-2A7E-90DEE5FD689B}"/>
              </a:ext>
            </a:extLst>
          </p:cNvPr>
          <p:cNvSpPr/>
          <p:nvPr/>
        </p:nvSpPr>
        <p:spPr>
          <a:xfrm>
            <a:off x="8818175" y="4502001"/>
            <a:ext cx="1745050" cy="17665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07C0D1-451D-1805-A064-48FC1B03B2B3}"/>
              </a:ext>
            </a:extLst>
          </p:cNvPr>
          <p:cNvSpPr/>
          <p:nvPr/>
        </p:nvSpPr>
        <p:spPr>
          <a:xfrm>
            <a:off x="4852791" y="4340001"/>
            <a:ext cx="567195" cy="4760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9C4FDF-0F6D-2C75-D2AD-123FC832883C}"/>
              </a:ext>
            </a:extLst>
          </p:cNvPr>
          <p:cNvSpPr/>
          <p:nvPr/>
        </p:nvSpPr>
        <p:spPr>
          <a:xfrm>
            <a:off x="11020249" y="4340001"/>
            <a:ext cx="486000" cy="4760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77D56-2981-9A64-4263-CD5F0B318906}"/>
              </a:ext>
            </a:extLst>
          </p:cNvPr>
          <p:cNvSpPr/>
          <p:nvPr/>
        </p:nvSpPr>
        <p:spPr>
          <a:xfrm>
            <a:off x="669892" y="2169000"/>
            <a:ext cx="2520000" cy="2520000"/>
          </a:xfrm>
          <a:prstGeom prst="rect">
            <a:avLst/>
          </a:prstGeom>
          <a:solidFill>
            <a:srgbClr val="8ED973"/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D8ACD3-EF03-5EB0-BA78-29E68439CB12}"/>
              </a:ext>
            </a:extLst>
          </p:cNvPr>
          <p:cNvSpPr/>
          <p:nvPr/>
        </p:nvSpPr>
        <p:spPr>
          <a:xfrm>
            <a:off x="1626723" y="3133021"/>
            <a:ext cx="606338" cy="591956"/>
          </a:xfrm>
          <a:prstGeom prst="rect">
            <a:avLst/>
          </a:prstGeom>
          <a:solidFill>
            <a:srgbClr val="A6CAEC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578AEEF-9C3F-C42C-AAB0-55FE273808F9}"/>
              </a:ext>
            </a:extLst>
          </p:cNvPr>
          <p:cNvSpPr/>
          <p:nvPr/>
        </p:nvSpPr>
        <p:spPr>
          <a:xfrm>
            <a:off x="858192" y="3259931"/>
            <a:ext cx="896566" cy="33813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FF092B8-2923-D9EF-3BA0-CF36DBD15D1D}"/>
              </a:ext>
            </a:extLst>
          </p:cNvPr>
          <p:cNvSpPr/>
          <p:nvPr/>
        </p:nvSpPr>
        <p:spPr>
          <a:xfrm>
            <a:off x="2114550" y="3259931"/>
            <a:ext cx="896566" cy="33813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1D6A027-8733-C312-A85F-F901C72344A7}"/>
              </a:ext>
            </a:extLst>
          </p:cNvPr>
          <p:cNvSpPr/>
          <p:nvPr/>
        </p:nvSpPr>
        <p:spPr>
          <a:xfrm>
            <a:off x="968308" y="3338999"/>
            <a:ext cx="180000" cy="180000"/>
          </a:xfrm>
          <a:prstGeom prst="rect">
            <a:avLst/>
          </a:prstGeom>
          <a:solidFill>
            <a:srgbClr val="BFBFBF"/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57B68C0-A84E-36C3-EE39-6401B48D95D7}"/>
              </a:ext>
            </a:extLst>
          </p:cNvPr>
          <p:cNvSpPr/>
          <p:nvPr/>
        </p:nvSpPr>
        <p:spPr>
          <a:xfrm>
            <a:off x="2736760" y="3338999"/>
            <a:ext cx="180000" cy="180000"/>
          </a:xfrm>
          <a:prstGeom prst="rect">
            <a:avLst/>
          </a:prstGeom>
          <a:solidFill>
            <a:srgbClr val="BFBFBF"/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2DA1484-7370-1136-CD8F-7AE7827EB8C9}"/>
              </a:ext>
            </a:extLst>
          </p:cNvPr>
          <p:cNvCxnSpPr>
            <a:cxnSpLocks/>
          </p:cNvCxnSpPr>
          <p:nvPr/>
        </p:nvCxnSpPr>
        <p:spPr>
          <a:xfrm rot="5400000">
            <a:off x="1929892" y="1936987"/>
            <a:ext cx="0" cy="298402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D975B270-4979-AD7A-2794-8C3017E44CB8}"/>
              </a:ext>
            </a:extLst>
          </p:cNvPr>
          <p:cNvGrpSpPr/>
          <p:nvPr/>
        </p:nvGrpSpPr>
        <p:grpSpPr>
          <a:xfrm>
            <a:off x="4753693" y="4488760"/>
            <a:ext cx="3261420" cy="674724"/>
            <a:chOff x="5657874" y="3411183"/>
            <a:chExt cx="2381201" cy="324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EE22A52-8EEB-592C-8899-ED52A54BDA7A}"/>
                </a:ext>
              </a:extLst>
            </p:cNvPr>
            <p:cNvSpPr/>
            <p:nvPr/>
          </p:nvSpPr>
          <p:spPr>
            <a:xfrm>
              <a:off x="5810249" y="3572985"/>
              <a:ext cx="2076451" cy="162000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CDCF8979-EE1B-7BC8-65B9-E6A907D3A439}"/>
                </a:ext>
              </a:extLst>
            </p:cNvPr>
            <p:cNvSpPr/>
            <p:nvPr/>
          </p:nvSpPr>
          <p:spPr>
            <a:xfrm flipV="1">
              <a:off x="7715075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02560A4D-0A90-AA6E-C203-8200CEAD7289}"/>
                </a:ext>
              </a:extLst>
            </p:cNvPr>
            <p:cNvSpPr/>
            <p:nvPr/>
          </p:nvSpPr>
          <p:spPr>
            <a:xfrm flipH="1" flipV="1">
              <a:off x="5657874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4D0A10-BEFE-9A47-70FA-EB430384C135}"/>
              </a:ext>
            </a:extLst>
          </p:cNvPr>
          <p:cNvGrpSpPr/>
          <p:nvPr/>
        </p:nvGrpSpPr>
        <p:grpSpPr>
          <a:xfrm>
            <a:off x="8324774" y="4488760"/>
            <a:ext cx="3392097" cy="674724"/>
            <a:chOff x="5657874" y="3411183"/>
            <a:chExt cx="2381201" cy="32400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CE81514-AF2D-4A17-AE46-49EC60A38C9D}"/>
                </a:ext>
              </a:extLst>
            </p:cNvPr>
            <p:cNvSpPr/>
            <p:nvPr/>
          </p:nvSpPr>
          <p:spPr>
            <a:xfrm>
              <a:off x="5810249" y="3572985"/>
              <a:ext cx="2076451" cy="162000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Arc 36">
              <a:extLst>
                <a:ext uri="{FF2B5EF4-FFF2-40B4-BE49-F238E27FC236}">
                  <a16:creationId xmlns:a16="http://schemas.microsoft.com/office/drawing/2014/main" id="{75706065-D74F-2962-CAE3-F0A42AB55604}"/>
                </a:ext>
              </a:extLst>
            </p:cNvPr>
            <p:cNvSpPr/>
            <p:nvPr/>
          </p:nvSpPr>
          <p:spPr>
            <a:xfrm flipV="1">
              <a:off x="7715075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Arc 37">
              <a:extLst>
                <a:ext uri="{FF2B5EF4-FFF2-40B4-BE49-F238E27FC236}">
                  <a16:creationId xmlns:a16="http://schemas.microsoft.com/office/drawing/2014/main" id="{FF89AC82-B150-CDE9-9971-937A260D0BDD}"/>
                </a:ext>
              </a:extLst>
            </p:cNvPr>
            <p:cNvSpPr/>
            <p:nvPr/>
          </p:nvSpPr>
          <p:spPr>
            <a:xfrm flipH="1" flipV="1">
              <a:off x="5657874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09413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185BE-E647-A81B-A81D-4D8CCE01C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97E3FBD-B8C7-04CD-E497-C59C0634C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Mask 4: Metal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9672CA-8882-8468-D096-8DBFEDDEBF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F3B24-B118-475F-93E6-0FA486CCC06B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D97A0B-18C0-398A-1D16-A255C24D2878}"/>
              </a:ext>
            </a:extLst>
          </p:cNvPr>
          <p:cNvSpPr/>
          <p:nvPr/>
        </p:nvSpPr>
        <p:spPr>
          <a:xfrm>
            <a:off x="4552951" y="4772025"/>
            <a:ext cx="7267574" cy="76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935434-E544-0D8E-400A-AC29816ED11C}"/>
              </a:ext>
            </a:extLst>
          </p:cNvPr>
          <p:cNvSpPr/>
          <p:nvPr/>
        </p:nvSpPr>
        <p:spPr>
          <a:xfrm>
            <a:off x="4552950" y="4523436"/>
            <a:ext cx="1257299" cy="16192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6B0174-2FA6-46B6-B87F-0EAC9DD7801B}"/>
              </a:ext>
            </a:extLst>
          </p:cNvPr>
          <p:cNvSpPr/>
          <p:nvPr/>
        </p:nvSpPr>
        <p:spPr>
          <a:xfrm>
            <a:off x="10563226" y="4523436"/>
            <a:ext cx="1257299" cy="16192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1A7C80-B175-D0BC-4F90-CFAD1BD31CE6}"/>
              </a:ext>
            </a:extLst>
          </p:cNvPr>
          <p:cNvSpPr/>
          <p:nvPr/>
        </p:nvSpPr>
        <p:spPr>
          <a:xfrm>
            <a:off x="4552950" y="4347220"/>
            <a:ext cx="1257299" cy="1619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FB5F0E-7049-C6E7-8D45-45098A4BA300}"/>
              </a:ext>
            </a:extLst>
          </p:cNvPr>
          <p:cNvSpPr/>
          <p:nvPr/>
        </p:nvSpPr>
        <p:spPr>
          <a:xfrm>
            <a:off x="10563226" y="4347220"/>
            <a:ext cx="1257299" cy="1619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C6074EC7-2F2D-A8DE-0E62-093881D43BDD}"/>
              </a:ext>
            </a:extLst>
          </p:cNvPr>
          <p:cNvSpPr/>
          <p:nvPr/>
        </p:nvSpPr>
        <p:spPr>
          <a:xfrm>
            <a:off x="5648249" y="4340002"/>
            <a:ext cx="324000" cy="324000"/>
          </a:xfrm>
          <a:prstGeom prst="arc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91E03A46-339F-B784-7CEE-BB77EEE86C80}"/>
              </a:ext>
            </a:extLst>
          </p:cNvPr>
          <p:cNvSpPr/>
          <p:nvPr/>
        </p:nvSpPr>
        <p:spPr>
          <a:xfrm flipH="1">
            <a:off x="10401225" y="4342310"/>
            <a:ext cx="324000" cy="324000"/>
          </a:xfrm>
          <a:prstGeom prst="arc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6619FA2-AD50-8411-405B-AFE567A489D3}"/>
              </a:ext>
            </a:extLst>
          </p:cNvPr>
          <p:cNvGrpSpPr/>
          <p:nvPr/>
        </p:nvGrpSpPr>
        <p:grpSpPr>
          <a:xfrm>
            <a:off x="5633911" y="4417040"/>
            <a:ext cx="2381201" cy="674724"/>
            <a:chOff x="5657874" y="3411183"/>
            <a:chExt cx="2381201" cy="3240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939CEA9-5343-FBE6-A433-652217F467C9}"/>
                </a:ext>
              </a:extLst>
            </p:cNvPr>
            <p:cNvSpPr/>
            <p:nvPr/>
          </p:nvSpPr>
          <p:spPr>
            <a:xfrm>
              <a:off x="5810249" y="3572985"/>
              <a:ext cx="2076451" cy="162000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58729DFF-7AED-0685-5DC0-F02D048C305A}"/>
                </a:ext>
              </a:extLst>
            </p:cNvPr>
            <p:cNvSpPr/>
            <p:nvPr/>
          </p:nvSpPr>
          <p:spPr>
            <a:xfrm flipV="1">
              <a:off x="7715075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8869CAD4-0E05-E2B6-756F-724682065D99}"/>
                </a:ext>
              </a:extLst>
            </p:cNvPr>
            <p:cNvSpPr/>
            <p:nvPr/>
          </p:nvSpPr>
          <p:spPr>
            <a:xfrm flipH="1" flipV="1">
              <a:off x="5657874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0B226BB-225E-AF22-3437-47DEE40F26C0}"/>
              </a:ext>
            </a:extLst>
          </p:cNvPr>
          <p:cNvGrpSpPr/>
          <p:nvPr/>
        </p:nvGrpSpPr>
        <p:grpSpPr>
          <a:xfrm>
            <a:off x="8324774" y="4417040"/>
            <a:ext cx="2381201" cy="674724"/>
            <a:chOff x="5657874" y="3411183"/>
            <a:chExt cx="2381201" cy="324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EC0A576-84A3-799F-FA3E-EAD6CA8D7CDA}"/>
                </a:ext>
              </a:extLst>
            </p:cNvPr>
            <p:cNvSpPr/>
            <p:nvPr/>
          </p:nvSpPr>
          <p:spPr>
            <a:xfrm>
              <a:off x="5810249" y="3572985"/>
              <a:ext cx="2076451" cy="162000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6B2D6A91-9531-361D-7CF7-484CAAF74338}"/>
                </a:ext>
              </a:extLst>
            </p:cNvPr>
            <p:cNvSpPr/>
            <p:nvPr/>
          </p:nvSpPr>
          <p:spPr>
            <a:xfrm flipV="1">
              <a:off x="7715075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7E6BAC63-62E9-8A70-459F-FE111C30E62C}"/>
                </a:ext>
              </a:extLst>
            </p:cNvPr>
            <p:cNvSpPr/>
            <p:nvPr/>
          </p:nvSpPr>
          <p:spPr>
            <a:xfrm flipH="1" flipV="1">
              <a:off x="5657874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4DFFB8B-9EC4-C71D-5610-43731215F055}"/>
              </a:ext>
            </a:extLst>
          </p:cNvPr>
          <p:cNvSpPr/>
          <p:nvPr/>
        </p:nvSpPr>
        <p:spPr>
          <a:xfrm>
            <a:off x="4552950" y="4684431"/>
            <a:ext cx="7267574" cy="13157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FC8A91-3616-C994-5642-F082E879B5FE}"/>
              </a:ext>
            </a:extLst>
          </p:cNvPr>
          <p:cNvSpPr/>
          <p:nvPr/>
        </p:nvSpPr>
        <p:spPr>
          <a:xfrm>
            <a:off x="5810250" y="4510967"/>
            <a:ext cx="1750196" cy="1619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384209-A43C-2C7E-0D9D-FC52875498AE}"/>
              </a:ext>
            </a:extLst>
          </p:cNvPr>
          <p:cNvSpPr/>
          <p:nvPr/>
        </p:nvSpPr>
        <p:spPr>
          <a:xfrm>
            <a:off x="8818175" y="4502001"/>
            <a:ext cx="1745050" cy="17665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F050F4-D531-442C-3525-C48EC0B20BCC}"/>
              </a:ext>
            </a:extLst>
          </p:cNvPr>
          <p:cNvSpPr/>
          <p:nvPr/>
        </p:nvSpPr>
        <p:spPr>
          <a:xfrm>
            <a:off x="4852791" y="4340001"/>
            <a:ext cx="567195" cy="4760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2ECDC5-65F0-00ED-70FB-C5992C6674AD}"/>
              </a:ext>
            </a:extLst>
          </p:cNvPr>
          <p:cNvSpPr/>
          <p:nvPr/>
        </p:nvSpPr>
        <p:spPr>
          <a:xfrm>
            <a:off x="11020249" y="4340001"/>
            <a:ext cx="486000" cy="4760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CA956E-6D4B-553D-9890-19D55678B666}"/>
              </a:ext>
            </a:extLst>
          </p:cNvPr>
          <p:cNvSpPr/>
          <p:nvPr/>
        </p:nvSpPr>
        <p:spPr>
          <a:xfrm>
            <a:off x="669892" y="2169000"/>
            <a:ext cx="2520000" cy="2520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CA9E2B-2119-6ABF-8BA5-A2B590D2DE3F}"/>
              </a:ext>
            </a:extLst>
          </p:cNvPr>
          <p:cNvSpPr/>
          <p:nvPr/>
        </p:nvSpPr>
        <p:spPr>
          <a:xfrm>
            <a:off x="1626723" y="3133021"/>
            <a:ext cx="606338" cy="591956"/>
          </a:xfrm>
          <a:prstGeom prst="rect">
            <a:avLst/>
          </a:prstGeom>
          <a:solidFill>
            <a:srgbClr val="A6CAEC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4DCAC8-F3A6-5C85-CEFE-698C6CB58F94}"/>
              </a:ext>
            </a:extLst>
          </p:cNvPr>
          <p:cNvSpPr/>
          <p:nvPr/>
        </p:nvSpPr>
        <p:spPr>
          <a:xfrm>
            <a:off x="858192" y="3259931"/>
            <a:ext cx="896566" cy="33813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12ACF6A-E34A-9AB2-39F5-BBEF9F4A94B0}"/>
              </a:ext>
            </a:extLst>
          </p:cNvPr>
          <p:cNvSpPr/>
          <p:nvPr/>
        </p:nvSpPr>
        <p:spPr>
          <a:xfrm>
            <a:off x="2114550" y="3259931"/>
            <a:ext cx="896566" cy="33813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rapezoid 13">
            <a:extLst>
              <a:ext uri="{FF2B5EF4-FFF2-40B4-BE49-F238E27FC236}">
                <a16:creationId xmlns:a16="http://schemas.microsoft.com/office/drawing/2014/main" id="{21BA809B-4C43-B1DB-7E3A-36E8CD74216C}"/>
              </a:ext>
            </a:extLst>
          </p:cNvPr>
          <p:cNvSpPr/>
          <p:nvPr/>
        </p:nvSpPr>
        <p:spPr>
          <a:xfrm flipV="1">
            <a:off x="6304123" y="3975239"/>
            <a:ext cx="895773" cy="506259"/>
          </a:xfrm>
          <a:prstGeom prst="trapezoid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rapezoid 17">
            <a:extLst>
              <a:ext uri="{FF2B5EF4-FFF2-40B4-BE49-F238E27FC236}">
                <a16:creationId xmlns:a16="http://schemas.microsoft.com/office/drawing/2014/main" id="{5F12FF37-74C9-1844-6B35-50E332E28FB4}"/>
              </a:ext>
            </a:extLst>
          </p:cNvPr>
          <p:cNvSpPr/>
          <p:nvPr/>
        </p:nvSpPr>
        <p:spPr>
          <a:xfrm flipV="1">
            <a:off x="9210428" y="3975239"/>
            <a:ext cx="895773" cy="506259"/>
          </a:xfrm>
          <a:prstGeom prst="trapezoid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D2A1FC84-AACE-C33F-D733-B3024E7FC335}"/>
              </a:ext>
            </a:extLst>
          </p:cNvPr>
          <p:cNvSpPr/>
          <p:nvPr/>
        </p:nvSpPr>
        <p:spPr>
          <a:xfrm>
            <a:off x="746618" y="2245671"/>
            <a:ext cx="2385214" cy="2263475"/>
          </a:xfrm>
          <a:custGeom>
            <a:avLst/>
            <a:gdLst>
              <a:gd name="connsiteX0" fmla="*/ 1902191 w 2385214"/>
              <a:gd name="connsiteY0" fmla="*/ 1025271 h 2263475"/>
              <a:gd name="connsiteX1" fmla="*/ 2219804 w 2385214"/>
              <a:gd name="connsiteY1" fmla="*/ 1025271 h 2263475"/>
              <a:gd name="connsiteX2" fmla="*/ 2219804 w 2385214"/>
              <a:gd name="connsiteY2" fmla="*/ 1342884 h 2263475"/>
              <a:gd name="connsiteX3" fmla="*/ 2128927 w 2385214"/>
              <a:gd name="connsiteY3" fmla="*/ 1342884 h 2263475"/>
              <a:gd name="connsiteX4" fmla="*/ 2128927 w 2385214"/>
              <a:gd name="connsiteY4" fmla="*/ 1659995 h 2263475"/>
              <a:gd name="connsiteX5" fmla="*/ 2385214 w 2385214"/>
              <a:gd name="connsiteY5" fmla="*/ 1659995 h 2263475"/>
              <a:gd name="connsiteX6" fmla="*/ 2385214 w 2385214"/>
              <a:gd name="connsiteY6" fmla="*/ 2263475 h 2263475"/>
              <a:gd name="connsiteX7" fmla="*/ 1781734 w 2385214"/>
              <a:gd name="connsiteY7" fmla="*/ 2263475 h 2263475"/>
              <a:gd name="connsiteX8" fmla="*/ 1781734 w 2385214"/>
              <a:gd name="connsiteY8" fmla="*/ 1659995 h 2263475"/>
              <a:gd name="connsiteX9" fmla="*/ 2003724 w 2385214"/>
              <a:gd name="connsiteY9" fmla="*/ 1659995 h 2263475"/>
              <a:gd name="connsiteX10" fmla="*/ 2003724 w 2385214"/>
              <a:gd name="connsiteY10" fmla="*/ 1342884 h 2263475"/>
              <a:gd name="connsiteX11" fmla="*/ 1902191 w 2385214"/>
              <a:gd name="connsiteY11" fmla="*/ 1342884 h 2263475"/>
              <a:gd name="connsiteX12" fmla="*/ 131989 w 2385214"/>
              <a:gd name="connsiteY12" fmla="*/ 1025271 h 2263475"/>
              <a:gd name="connsiteX13" fmla="*/ 449602 w 2385214"/>
              <a:gd name="connsiteY13" fmla="*/ 1025271 h 2263475"/>
              <a:gd name="connsiteX14" fmla="*/ 449602 w 2385214"/>
              <a:gd name="connsiteY14" fmla="*/ 1342884 h 2263475"/>
              <a:gd name="connsiteX15" fmla="*/ 347193 w 2385214"/>
              <a:gd name="connsiteY15" fmla="*/ 1342884 h 2263475"/>
              <a:gd name="connsiteX16" fmla="*/ 347193 w 2385214"/>
              <a:gd name="connsiteY16" fmla="*/ 1659995 h 2263475"/>
              <a:gd name="connsiteX17" fmla="*/ 603480 w 2385214"/>
              <a:gd name="connsiteY17" fmla="*/ 1659995 h 2263475"/>
              <a:gd name="connsiteX18" fmla="*/ 603480 w 2385214"/>
              <a:gd name="connsiteY18" fmla="*/ 2263475 h 2263475"/>
              <a:gd name="connsiteX19" fmla="*/ 0 w 2385214"/>
              <a:gd name="connsiteY19" fmla="*/ 2263475 h 2263475"/>
              <a:gd name="connsiteX20" fmla="*/ 0 w 2385214"/>
              <a:gd name="connsiteY20" fmla="*/ 1659995 h 2263475"/>
              <a:gd name="connsiteX21" fmla="*/ 221990 w 2385214"/>
              <a:gd name="connsiteY21" fmla="*/ 1659995 h 2263475"/>
              <a:gd name="connsiteX22" fmla="*/ 221990 w 2385214"/>
              <a:gd name="connsiteY22" fmla="*/ 1342884 h 2263475"/>
              <a:gd name="connsiteX23" fmla="*/ 131989 w 2385214"/>
              <a:gd name="connsiteY23" fmla="*/ 1342884 h 2263475"/>
              <a:gd name="connsiteX24" fmla="*/ 875107 w 2385214"/>
              <a:gd name="connsiteY24" fmla="*/ 0 h 2263475"/>
              <a:gd name="connsiteX25" fmla="*/ 1523425 w 2385214"/>
              <a:gd name="connsiteY25" fmla="*/ 0 h 2263475"/>
              <a:gd name="connsiteX26" fmla="*/ 1523425 w 2385214"/>
              <a:gd name="connsiteY26" fmla="*/ 648318 h 2263475"/>
              <a:gd name="connsiteX27" fmla="*/ 1261868 w 2385214"/>
              <a:gd name="connsiteY27" fmla="*/ 648318 h 2263475"/>
              <a:gd name="connsiteX28" fmla="*/ 1261868 w 2385214"/>
              <a:gd name="connsiteY28" fmla="*/ 907900 h 2263475"/>
              <a:gd name="connsiteX29" fmla="*/ 1588690 w 2385214"/>
              <a:gd name="connsiteY29" fmla="*/ 907900 h 2263475"/>
              <a:gd name="connsiteX30" fmla="*/ 1588690 w 2385214"/>
              <a:gd name="connsiteY30" fmla="*/ 1423339 h 2263475"/>
              <a:gd name="connsiteX31" fmla="*/ 786283 w 2385214"/>
              <a:gd name="connsiteY31" fmla="*/ 1423339 h 2263475"/>
              <a:gd name="connsiteX32" fmla="*/ 786283 w 2385214"/>
              <a:gd name="connsiteY32" fmla="*/ 907900 h 2263475"/>
              <a:gd name="connsiteX33" fmla="*/ 1136665 w 2385214"/>
              <a:gd name="connsiteY33" fmla="*/ 907900 h 2263475"/>
              <a:gd name="connsiteX34" fmla="*/ 1136665 w 2385214"/>
              <a:gd name="connsiteY34" fmla="*/ 648318 h 2263475"/>
              <a:gd name="connsiteX35" fmla="*/ 875107 w 2385214"/>
              <a:gd name="connsiteY35" fmla="*/ 648318 h 2263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2385214" h="2263475">
                <a:moveTo>
                  <a:pt x="1902191" y="1025271"/>
                </a:moveTo>
                <a:lnTo>
                  <a:pt x="2219804" y="1025271"/>
                </a:lnTo>
                <a:lnTo>
                  <a:pt x="2219804" y="1342884"/>
                </a:lnTo>
                <a:lnTo>
                  <a:pt x="2128927" y="1342884"/>
                </a:lnTo>
                <a:lnTo>
                  <a:pt x="2128927" y="1659995"/>
                </a:lnTo>
                <a:lnTo>
                  <a:pt x="2385214" y="1659995"/>
                </a:lnTo>
                <a:lnTo>
                  <a:pt x="2385214" y="2263475"/>
                </a:lnTo>
                <a:lnTo>
                  <a:pt x="1781734" y="2263475"/>
                </a:lnTo>
                <a:lnTo>
                  <a:pt x="1781734" y="1659995"/>
                </a:lnTo>
                <a:lnTo>
                  <a:pt x="2003724" y="1659995"/>
                </a:lnTo>
                <a:lnTo>
                  <a:pt x="2003724" y="1342884"/>
                </a:lnTo>
                <a:lnTo>
                  <a:pt x="1902191" y="1342884"/>
                </a:lnTo>
                <a:close/>
                <a:moveTo>
                  <a:pt x="131989" y="1025271"/>
                </a:moveTo>
                <a:lnTo>
                  <a:pt x="449602" y="1025271"/>
                </a:lnTo>
                <a:lnTo>
                  <a:pt x="449602" y="1342884"/>
                </a:lnTo>
                <a:lnTo>
                  <a:pt x="347193" y="1342884"/>
                </a:lnTo>
                <a:lnTo>
                  <a:pt x="347193" y="1659995"/>
                </a:lnTo>
                <a:lnTo>
                  <a:pt x="603480" y="1659995"/>
                </a:lnTo>
                <a:lnTo>
                  <a:pt x="603480" y="2263475"/>
                </a:lnTo>
                <a:lnTo>
                  <a:pt x="0" y="2263475"/>
                </a:lnTo>
                <a:lnTo>
                  <a:pt x="0" y="1659995"/>
                </a:lnTo>
                <a:lnTo>
                  <a:pt x="221990" y="1659995"/>
                </a:lnTo>
                <a:lnTo>
                  <a:pt x="221990" y="1342884"/>
                </a:lnTo>
                <a:lnTo>
                  <a:pt x="131989" y="1342884"/>
                </a:lnTo>
                <a:close/>
                <a:moveTo>
                  <a:pt x="875107" y="0"/>
                </a:moveTo>
                <a:lnTo>
                  <a:pt x="1523425" y="0"/>
                </a:lnTo>
                <a:lnTo>
                  <a:pt x="1523425" y="648318"/>
                </a:lnTo>
                <a:lnTo>
                  <a:pt x="1261868" y="648318"/>
                </a:lnTo>
                <a:lnTo>
                  <a:pt x="1261868" y="907900"/>
                </a:lnTo>
                <a:lnTo>
                  <a:pt x="1588690" y="907900"/>
                </a:lnTo>
                <a:lnTo>
                  <a:pt x="1588690" y="1423339"/>
                </a:lnTo>
                <a:lnTo>
                  <a:pt x="786283" y="1423339"/>
                </a:lnTo>
                <a:lnTo>
                  <a:pt x="786283" y="907900"/>
                </a:lnTo>
                <a:lnTo>
                  <a:pt x="1136665" y="907900"/>
                </a:lnTo>
                <a:lnTo>
                  <a:pt x="1136665" y="648318"/>
                </a:lnTo>
                <a:lnTo>
                  <a:pt x="875107" y="648318"/>
                </a:lnTo>
                <a:close/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A62D840-AABB-9B69-A639-8952C1A07CE1}"/>
              </a:ext>
            </a:extLst>
          </p:cNvPr>
          <p:cNvSpPr/>
          <p:nvPr/>
        </p:nvSpPr>
        <p:spPr>
          <a:xfrm>
            <a:off x="746616" y="3901420"/>
            <a:ext cx="610545" cy="580077"/>
          </a:xfrm>
          <a:prstGeom prst="rect">
            <a:avLst/>
          </a:prstGeom>
          <a:solidFill>
            <a:srgbClr val="8ED9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95A60E9-F1D9-7FF6-25D5-709325238ACC}"/>
              </a:ext>
            </a:extLst>
          </p:cNvPr>
          <p:cNvSpPr/>
          <p:nvPr/>
        </p:nvSpPr>
        <p:spPr>
          <a:xfrm>
            <a:off x="2528456" y="3901420"/>
            <a:ext cx="610545" cy="580077"/>
          </a:xfrm>
          <a:prstGeom prst="rect">
            <a:avLst/>
          </a:prstGeom>
          <a:solidFill>
            <a:srgbClr val="8ED9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F5C44EA-DAA8-29C9-794C-4FCA2E9D488E}"/>
              </a:ext>
            </a:extLst>
          </p:cNvPr>
          <p:cNvSpPr/>
          <p:nvPr/>
        </p:nvSpPr>
        <p:spPr>
          <a:xfrm>
            <a:off x="1645681" y="2258751"/>
            <a:ext cx="606338" cy="623931"/>
          </a:xfrm>
          <a:prstGeom prst="rect">
            <a:avLst/>
          </a:prstGeom>
          <a:solidFill>
            <a:srgbClr val="8ED9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FF97C4F-70B6-7894-A425-3E9E9CAEA7A3}"/>
              </a:ext>
            </a:extLst>
          </p:cNvPr>
          <p:cNvSpPr/>
          <p:nvPr/>
        </p:nvSpPr>
        <p:spPr>
          <a:xfrm>
            <a:off x="1894311" y="2492965"/>
            <a:ext cx="109077" cy="623931"/>
          </a:xfrm>
          <a:prstGeom prst="rect">
            <a:avLst/>
          </a:prstGeom>
          <a:solidFill>
            <a:srgbClr val="8ED9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1FA336E-64B3-A77C-8772-49BAA8F9514F}"/>
              </a:ext>
            </a:extLst>
          </p:cNvPr>
          <p:cNvSpPr/>
          <p:nvPr/>
        </p:nvSpPr>
        <p:spPr>
          <a:xfrm>
            <a:off x="978652" y="3525067"/>
            <a:ext cx="109077" cy="623931"/>
          </a:xfrm>
          <a:prstGeom prst="rect">
            <a:avLst/>
          </a:prstGeom>
          <a:solidFill>
            <a:srgbClr val="8ED9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ACC8FCA-E49F-9024-A4F9-D85B0FCF9E73}"/>
              </a:ext>
            </a:extLst>
          </p:cNvPr>
          <p:cNvSpPr/>
          <p:nvPr/>
        </p:nvSpPr>
        <p:spPr>
          <a:xfrm>
            <a:off x="2763020" y="3553942"/>
            <a:ext cx="109077" cy="623931"/>
          </a:xfrm>
          <a:prstGeom prst="rect">
            <a:avLst/>
          </a:prstGeom>
          <a:solidFill>
            <a:srgbClr val="8ED9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07F950B-FAA6-D728-0775-4692BB211946}"/>
              </a:ext>
            </a:extLst>
          </p:cNvPr>
          <p:cNvSpPr/>
          <p:nvPr/>
        </p:nvSpPr>
        <p:spPr>
          <a:xfrm>
            <a:off x="885235" y="3263119"/>
            <a:ext cx="308244" cy="308990"/>
          </a:xfrm>
          <a:prstGeom prst="rect">
            <a:avLst/>
          </a:prstGeom>
          <a:solidFill>
            <a:srgbClr val="8ED9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A70D83B-AECD-868A-9C0A-F6F633D9A9A1}"/>
              </a:ext>
            </a:extLst>
          </p:cNvPr>
          <p:cNvSpPr/>
          <p:nvPr/>
        </p:nvSpPr>
        <p:spPr>
          <a:xfrm>
            <a:off x="2672638" y="3259931"/>
            <a:ext cx="308244" cy="308990"/>
          </a:xfrm>
          <a:prstGeom prst="rect">
            <a:avLst/>
          </a:prstGeom>
          <a:solidFill>
            <a:srgbClr val="8ED9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0EE3764-9812-41C2-7E00-9D520EC2A277}"/>
              </a:ext>
            </a:extLst>
          </p:cNvPr>
          <p:cNvSpPr/>
          <p:nvPr/>
        </p:nvSpPr>
        <p:spPr>
          <a:xfrm>
            <a:off x="968308" y="3338999"/>
            <a:ext cx="180000" cy="180000"/>
          </a:xfrm>
          <a:prstGeom prst="rect">
            <a:avLst/>
          </a:prstGeom>
          <a:solidFill>
            <a:srgbClr val="BFBFBF"/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9E26A27-9D81-E4D2-B738-525DA61909EE}"/>
              </a:ext>
            </a:extLst>
          </p:cNvPr>
          <p:cNvSpPr/>
          <p:nvPr/>
        </p:nvSpPr>
        <p:spPr>
          <a:xfrm>
            <a:off x="2736760" y="3338999"/>
            <a:ext cx="180000" cy="180000"/>
          </a:xfrm>
          <a:prstGeom prst="rect">
            <a:avLst/>
          </a:prstGeom>
          <a:solidFill>
            <a:srgbClr val="BFBFBF"/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9B0ACD5-EC76-B758-3FD2-2B8D71B7FCA4}"/>
              </a:ext>
            </a:extLst>
          </p:cNvPr>
          <p:cNvCxnSpPr>
            <a:cxnSpLocks/>
          </p:cNvCxnSpPr>
          <p:nvPr/>
        </p:nvCxnSpPr>
        <p:spPr>
          <a:xfrm rot="5400000">
            <a:off x="1929892" y="1936987"/>
            <a:ext cx="0" cy="298402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B2592E39-BE89-8945-01E5-45262A9855EF}"/>
              </a:ext>
            </a:extLst>
          </p:cNvPr>
          <p:cNvGrpSpPr/>
          <p:nvPr/>
        </p:nvGrpSpPr>
        <p:grpSpPr>
          <a:xfrm>
            <a:off x="4753693" y="4488757"/>
            <a:ext cx="3261420" cy="674724"/>
            <a:chOff x="5657874" y="3411183"/>
            <a:chExt cx="2381201" cy="324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3758BF-2E4B-8242-7282-1787686805C1}"/>
                </a:ext>
              </a:extLst>
            </p:cNvPr>
            <p:cNvSpPr/>
            <p:nvPr/>
          </p:nvSpPr>
          <p:spPr>
            <a:xfrm>
              <a:off x="5810249" y="3572985"/>
              <a:ext cx="2076451" cy="162000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Arc 31">
              <a:extLst>
                <a:ext uri="{FF2B5EF4-FFF2-40B4-BE49-F238E27FC236}">
                  <a16:creationId xmlns:a16="http://schemas.microsoft.com/office/drawing/2014/main" id="{5A000CF4-A4E6-93F6-FAA9-892D301F3DEA}"/>
                </a:ext>
              </a:extLst>
            </p:cNvPr>
            <p:cNvSpPr/>
            <p:nvPr/>
          </p:nvSpPr>
          <p:spPr>
            <a:xfrm flipV="1">
              <a:off x="7715075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Arc 32">
              <a:extLst>
                <a:ext uri="{FF2B5EF4-FFF2-40B4-BE49-F238E27FC236}">
                  <a16:creationId xmlns:a16="http://schemas.microsoft.com/office/drawing/2014/main" id="{B4DD3769-4F66-BA1B-2F69-AC0F7C8C3F0E}"/>
                </a:ext>
              </a:extLst>
            </p:cNvPr>
            <p:cNvSpPr/>
            <p:nvPr/>
          </p:nvSpPr>
          <p:spPr>
            <a:xfrm flipH="1" flipV="1">
              <a:off x="5657874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1FD9EC9-E2C0-C394-6088-99955887A5DB}"/>
              </a:ext>
            </a:extLst>
          </p:cNvPr>
          <p:cNvGrpSpPr/>
          <p:nvPr/>
        </p:nvGrpSpPr>
        <p:grpSpPr>
          <a:xfrm>
            <a:off x="8324774" y="4488757"/>
            <a:ext cx="3392097" cy="674724"/>
            <a:chOff x="5657874" y="3411183"/>
            <a:chExt cx="2381201" cy="3240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8C2BA5C-1B39-9CE2-E275-316609E7949D}"/>
                </a:ext>
              </a:extLst>
            </p:cNvPr>
            <p:cNvSpPr/>
            <p:nvPr/>
          </p:nvSpPr>
          <p:spPr>
            <a:xfrm>
              <a:off x="5810249" y="3572985"/>
              <a:ext cx="2076451" cy="162000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Arc 35">
              <a:extLst>
                <a:ext uri="{FF2B5EF4-FFF2-40B4-BE49-F238E27FC236}">
                  <a16:creationId xmlns:a16="http://schemas.microsoft.com/office/drawing/2014/main" id="{3F6269F0-6DBE-71D1-6224-279C07FB4B3B}"/>
                </a:ext>
              </a:extLst>
            </p:cNvPr>
            <p:cNvSpPr/>
            <p:nvPr/>
          </p:nvSpPr>
          <p:spPr>
            <a:xfrm flipV="1">
              <a:off x="7715075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Arc 36">
              <a:extLst>
                <a:ext uri="{FF2B5EF4-FFF2-40B4-BE49-F238E27FC236}">
                  <a16:creationId xmlns:a16="http://schemas.microsoft.com/office/drawing/2014/main" id="{379870D6-C8E4-1E56-075E-66E839D0D78C}"/>
                </a:ext>
              </a:extLst>
            </p:cNvPr>
            <p:cNvSpPr/>
            <p:nvPr/>
          </p:nvSpPr>
          <p:spPr>
            <a:xfrm flipH="1" flipV="1">
              <a:off x="5657874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973942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28990-1D82-1E04-2A9B-7552BF1F7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BAB03BDA-67D9-31EA-C751-CB9CAD018353}"/>
              </a:ext>
            </a:extLst>
          </p:cNvPr>
          <p:cNvSpPr/>
          <p:nvPr/>
        </p:nvSpPr>
        <p:spPr>
          <a:xfrm flipH="1">
            <a:off x="10106201" y="4335879"/>
            <a:ext cx="670212" cy="16192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5E7BD66-5279-F481-9FD1-36EAE4D1DEA6}"/>
              </a:ext>
            </a:extLst>
          </p:cNvPr>
          <p:cNvSpPr/>
          <p:nvPr/>
        </p:nvSpPr>
        <p:spPr>
          <a:xfrm>
            <a:off x="5633911" y="4326792"/>
            <a:ext cx="670212" cy="16192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622BDE9-A873-4E71-62AF-3B3059494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Sputtering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13AF52-B666-CFEE-E645-B9033BD2BA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F3B24-B118-475F-93E6-0FA486CCC06B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04799C-C3CB-F88C-5556-5B650F057986}"/>
              </a:ext>
            </a:extLst>
          </p:cNvPr>
          <p:cNvSpPr/>
          <p:nvPr/>
        </p:nvSpPr>
        <p:spPr>
          <a:xfrm>
            <a:off x="4552951" y="4772025"/>
            <a:ext cx="7267574" cy="76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7E5AB0-8208-E1BE-6F20-36508054AD7F}"/>
              </a:ext>
            </a:extLst>
          </p:cNvPr>
          <p:cNvSpPr/>
          <p:nvPr/>
        </p:nvSpPr>
        <p:spPr>
          <a:xfrm>
            <a:off x="4552950" y="4523436"/>
            <a:ext cx="1257299" cy="16192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308336-F33D-5FC7-9D9F-D3A2D75A562C}"/>
              </a:ext>
            </a:extLst>
          </p:cNvPr>
          <p:cNvSpPr/>
          <p:nvPr/>
        </p:nvSpPr>
        <p:spPr>
          <a:xfrm>
            <a:off x="10563226" y="4523436"/>
            <a:ext cx="1257299" cy="16192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CF4E02-E47E-5A8F-05AB-C71AECBACF64}"/>
              </a:ext>
            </a:extLst>
          </p:cNvPr>
          <p:cNvSpPr/>
          <p:nvPr/>
        </p:nvSpPr>
        <p:spPr>
          <a:xfrm>
            <a:off x="4552950" y="4347220"/>
            <a:ext cx="1257299" cy="1619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AFCD91-82F3-C37A-275F-0A46CB1AF733}"/>
              </a:ext>
            </a:extLst>
          </p:cNvPr>
          <p:cNvSpPr/>
          <p:nvPr/>
        </p:nvSpPr>
        <p:spPr>
          <a:xfrm>
            <a:off x="10563226" y="4347220"/>
            <a:ext cx="1257299" cy="1619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8EC8800C-824C-266F-D4FF-A4927FACA61B}"/>
              </a:ext>
            </a:extLst>
          </p:cNvPr>
          <p:cNvSpPr/>
          <p:nvPr/>
        </p:nvSpPr>
        <p:spPr>
          <a:xfrm>
            <a:off x="5648249" y="4340002"/>
            <a:ext cx="324000" cy="324000"/>
          </a:xfrm>
          <a:prstGeom prst="arc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68E5531B-7C9D-6C43-7D1A-0475DE8D8797}"/>
              </a:ext>
            </a:extLst>
          </p:cNvPr>
          <p:cNvSpPr/>
          <p:nvPr/>
        </p:nvSpPr>
        <p:spPr>
          <a:xfrm flipH="1">
            <a:off x="10401225" y="4342310"/>
            <a:ext cx="324000" cy="324000"/>
          </a:xfrm>
          <a:prstGeom prst="arc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2182BC3-6AF9-1E3A-1671-BF2B495BF9B7}"/>
              </a:ext>
            </a:extLst>
          </p:cNvPr>
          <p:cNvGrpSpPr/>
          <p:nvPr/>
        </p:nvGrpSpPr>
        <p:grpSpPr>
          <a:xfrm>
            <a:off x="5633911" y="4417040"/>
            <a:ext cx="2381201" cy="674724"/>
            <a:chOff x="5657874" y="3411183"/>
            <a:chExt cx="2381201" cy="3240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C4F5479-6F83-7ABC-49AB-34E1EEBB5C9A}"/>
                </a:ext>
              </a:extLst>
            </p:cNvPr>
            <p:cNvSpPr/>
            <p:nvPr/>
          </p:nvSpPr>
          <p:spPr>
            <a:xfrm>
              <a:off x="5810249" y="3572985"/>
              <a:ext cx="2076451" cy="162000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8FE56657-CF45-6C85-F29D-EAC154A9E627}"/>
                </a:ext>
              </a:extLst>
            </p:cNvPr>
            <p:cNvSpPr/>
            <p:nvPr/>
          </p:nvSpPr>
          <p:spPr>
            <a:xfrm flipV="1">
              <a:off x="7715075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07D9DF29-FCC5-A3C5-AEC3-26CC8B232071}"/>
                </a:ext>
              </a:extLst>
            </p:cNvPr>
            <p:cNvSpPr/>
            <p:nvPr/>
          </p:nvSpPr>
          <p:spPr>
            <a:xfrm flipH="1" flipV="1">
              <a:off x="5657874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4281743-A618-37A7-A7BF-586566A211A8}"/>
              </a:ext>
            </a:extLst>
          </p:cNvPr>
          <p:cNvGrpSpPr/>
          <p:nvPr/>
        </p:nvGrpSpPr>
        <p:grpSpPr>
          <a:xfrm>
            <a:off x="8324774" y="4417040"/>
            <a:ext cx="2381201" cy="674724"/>
            <a:chOff x="5657874" y="3411183"/>
            <a:chExt cx="2381201" cy="324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C52D34B-83E9-6FA4-F149-C3085D923E4A}"/>
                </a:ext>
              </a:extLst>
            </p:cNvPr>
            <p:cNvSpPr/>
            <p:nvPr/>
          </p:nvSpPr>
          <p:spPr>
            <a:xfrm>
              <a:off x="5810249" y="3572985"/>
              <a:ext cx="2076451" cy="162000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804372DF-AB9F-452B-F0F1-6AA4CF592C0D}"/>
                </a:ext>
              </a:extLst>
            </p:cNvPr>
            <p:cNvSpPr/>
            <p:nvPr/>
          </p:nvSpPr>
          <p:spPr>
            <a:xfrm flipV="1">
              <a:off x="7715075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3B214526-F44E-B670-79DD-397DC985A679}"/>
                </a:ext>
              </a:extLst>
            </p:cNvPr>
            <p:cNvSpPr/>
            <p:nvPr/>
          </p:nvSpPr>
          <p:spPr>
            <a:xfrm flipH="1" flipV="1">
              <a:off x="5657874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612F16E8-7EC2-B836-9019-46B12B588DA2}"/>
              </a:ext>
            </a:extLst>
          </p:cNvPr>
          <p:cNvSpPr/>
          <p:nvPr/>
        </p:nvSpPr>
        <p:spPr>
          <a:xfrm>
            <a:off x="4552950" y="4684431"/>
            <a:ext cx="7267574" cy="13157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BB5529-07FC-C494-1208-D59210455200}"/>
              </a:ext>
            </a:extLst>
          </p:cNvPr>
          <p:cNvSpPr/>
          <p:nvPr/>
        </p:nvSpPr>
        <p:spPr>
          <a:xfrm>
            <a:off x="5810250" y="4510967"/>
            <a:ext cx="1750196" cy="1619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FBB644-01B7-BF23-D688-5A68454CE809}"/>
              </a:ext>
            </a:extLst>
          </p:cNvPr>
          <p:cNvSpPr/>
          <p:nvPr/>
        </p:nvSpPr>
        <p:spPr>
          <a:xfrm>
            <a:off x="8818175" y="4502001"/>
            <a:ext cx="1745050" cy="17665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FAFE1D-210D-629E-86F8-33388A09AEDB}"/>
              </a:ext>
            </a:extLst>
          </p:cNvPr>
          <p:cNvSpPr/>
          <p:nvPr/>
        </p:nvSpPr>
        <p:spPr>
          <a:xfrm>
            <a:off x="4852791" y="4340001"/>
            <a:ext cx="567195" cy="4760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EADB6F-AF3B-2C1C-F7B2-DAFDA0734082}"/>
              </a:ext>
            </a:extLst>
          </p:cNvPr>
          <p:cNvSpPr/>
          <p:nvPr/>
        </p:nvSpPr>
        <p:spPr>
          <a:xfrm>
            <a:off x="11020249" y="4340001"/>
            <a:ext cx="486000" cy="4760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129388-036F-58CD-724A-59461322617E}"/>
              </a:ext>
            </a:extLst>
          </p:cNvPr>
          <p:cNvSpPr/>
          <p:nvPr/>
        </p:nvSpPr>
        <p:spPr>
          <a:xfrm>
            <a:off x="669892" y="2169000"/>
            <a:ext cx="2520000" cy="2520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0C8342-562D-6CFB-39FD-DB7AD4949ABE}"/>
              </a:ext>
            </a:extLst>
          </p:cNvPr>
          <p:cNvSpPr/>
          <p:nvPr/>
        </p:nvSpPr>
        <p:spPr>
          <a:xfrm>
            <a:off x="1626723" y="3133021"/>
            <a:ext cx="606338" cy="591956"/>
          </a:xfrm>
          <a:prstGeom prst="rect">
            <a:avLst/>
          </a:prstGeom>
          <a:solidFill>
            <a:srgbClr val="A6CAEC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4B0CA2-ECB3-49EA-8803-AC00FEA00C12}"/>
              </a:ext>
            </a:extLst>
          </p:cNvPr>
          <p:cNvSpPr/>
          <p:nvPr/>
        </p:nvSpPr>
        <p:spPr>
          <a:xfrm>
            <a:off x="858192" y="3259931"/>
            <a:ext cx="896566" cy="33813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CF3B689-999D-59A1-BD42-22312F1708B9}"/>
              </a:ext>
            </a:extLst>
          </p:cNvPr>
          <p:cNvSpPr/>
          <p:nvPr/>
        </p:nvSpPr>
        <p:spPr>
          <a:xfrm>
            <a:off x="2114550" y="3259931"/>
            <a:ext cx="896566" cy="33813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148911D-D5F3-99E0-A2BC-3DA2B5AFE57F}"/>
              </a:ext>
            </a:extLst>
          </p:cNvPr>
          <p:cNvSpPr/>
          <p:nvPr/>
        </p:nvSpPr>
        <p:spPr>
          <a:xfrm>
            <a:off x="968308" y="3338999"/>
            <a:ext cx="180000" cy="180000"/>
          </a:xfrm>
          <a:prstGeom prst="rect">
            <a:avLst/>
          </a:prstGeom>
          <a:solidFill>
            <a:srgbClr val="BFBFBF"/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DF5972D-7FC2-A320-937D-4A2577BA5EF8}"/>
              </a:ext>
            </a:extLst>
          </p:cNvPr>
          <p:cNvSpPr/>
          <p:nvPr/>
        </p:nvSpPr>
        <p:spPr>
          <a:xfrm>
            <a:off x="2736760" y="3338999"/>
            <a:ext cx="180000" cy="180000"/>
          </a:xfrm>
          <a:prstGeom prst="rect">
            <a:avLst/>
          </a:prstGeom>
          <a:solidFill>
            <a:srgbClr val="BFBFBF"/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rapezoid 13">
            <a:extLst>
              <a:ext uri="{FF2B5EF4-FFF2-40B4-BE49-F238E27FC236}">
                <a16:creationId xmlns:a16="http://schemas.microsoft.com/office/drawing/2014/main" id="{318F057D-7E83-90C8-60F7-CEEEEC78397B}"/>
              </a:ext>
            </a:extLst>
          </p:cNvPr>
          <p:cNvSpPr/>
          <p:nvPr/>
        </p:nvSpPr>
        <p:spPr>
          <a:xfrm flipV="1">
            <a:off x="6304123" y="3975239"/>
            <a:ext cx="895773" cy="506259"/>
          </a:xfrm>
          <a:prstGeom prst="trapezoid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rapezoid 17">
            <a:extLst>
              <a:ext uri="{FF2B5EF4-FFF2-40B4-BE49-F238E27FC236}">
                <a16:creationId xmlns:a16="http://schemas.microsoft.com/office/drawing/2014/main" id="{F80DB5CF-5E2E-2D51-C546-63875E9D3AF2}"/>
              </a:ext>
            </a:extLst>
          </p:cNvPr>
          <p:cNvSpPr/>
          <p:nvPr/>
        </p:nvSpPr>
        <p:spPr>
          <a:xfrm flipV="1">
            <a:off x="9210428" y="3975239"/>
            <a:ext cx="895773" cy="506259"/>
          </a:xfrm>
          <a:prstGeom prst="trapezoid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96313F4-F0E0-7B88-238E-6D9BAE15511E}"/>
              </a:ext>
            </a:extLst>
          </p:cNvPr>
          <p:cNvCxnSpPr>
            <a:cxnSpLocks/>
          </p:cNvCxnSpPr>
          <p:nvPr/>
        </p:nvCxnSpPr>
        <p:spPr>
          <a:xfrm rot="5400000">
            <a:off x="1929892" y="1936987"/>
            <a:ext cx="0" cy="298402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5F8CAD8C-1395-94D8-C827-F8781E55E327}"/>
              </a:ext>
            </a:extLst>
          </p:cNvPr>
          <p:cNvSpPr/>
          <p:nvPr/>
        </p:nvSpPr>
        <p:spPr>
          <a:xfrm>
            <a:off x="746618" y="2245671"/>
            <a:ext cx="2385214" cy="2263475"/>
          </a:xfrm>
          <a:custGeom>
            <a:avLst/>
            <a:gdLst>
              <a:gd name="connsiteX0" fmla="*/ 1902191 w 2385214"/>
              <a:gd name="connsiteY0" fmla="*/ 1025271 h 2263475"/>
              <a:gd name="connsiteX1" fmla="*/ 2219804 w 2385214"/>
              <a:gd name="connsiteY1" fmla="*/ 1025271 h 2263475"/>
              <a:gd name="connsiteX2" fmla="*/ 2219804 w 2385214"/>
              <a:gd name="connsiteY2" fmla="*/ 1342884 h 2263475"/>
              <a:gd name="connsiteX3" fmla="*/ 2128927 w 2385214"/>
              <a:gd name="connsiteY3" fmla="*/ 1342884 h 2263475"/>
              <a:gd name="connsiteX4" fmla="*/ 2128927 w 2385214"/>
              <a:gd name="connsiteY4" fmla="*/ 1659995 h 2263475"/>
              <a:gd name="connsiteX5" fmla="*/ 2385214 w 2385214"/>
              <a:gd name="connsiteY5" fmla="*/ 1659995 h 2263475"/>
              <a:gd name="connsiteX6" fmla="*/ 2385214 w 2385214"/>
              <a:gd name="connsiteY6" fmla="*/ 2263475 h 2263475"/>
              <a:gd name="connsiteX7" fmla="*/ 1781734 w 2385214"/>
              <a:gd name="connsiteY7" fmla="*/ 2263475 h 2263475"/>
              <a:gd name="connsiteX8" fmla="*/ 1781734 w 2385214"/>
              <a:gd name="connsiteY8" fmla="*/ 1659995 h 2263475"/>
              <a:gd name="connsiteX9" fmla="*/ 2003724 w 2385214"/>
              <a:gd name="connsiteY9" fmla="*/ 1659995 h 2263475"/>
              <a:gd name="connsiteX10" fmla="*/ 2003724 w 2385214"/>
              <a:gd name="connsiteY10" fmla="*/ 1342884 h 2263475"/>
              <a:gd name="connsiteX11" fmla="*/ 1902191 w 2385214"/>
              <a:gd name="connsiteY11" fmla="*/ 1342884 h 2263475"/>
              <a:gd name="connsiteX12" fmla="*/ 131989 w 2385214"/>
              <a:gd name="connsiteY12" fmla="*/ 1025271 h 2263475"/>
              <a:gd name="connsiteX13" fmla="*/ 449602 w 2385214"/>
              <a:gd name="connsiteY13" fmla="*/ 1025271 h 2263475"/>
              <a:gd name="connsiteX14" fmla="*/ 449602 w 2385214"/>
              <a:gd name="connsiteY14" fmla="*/ 1342884 h 2263475"/>
              <a:gd name="connsiteX15" fmla="*/ 347193 w 2385214"/>
              <a:gd name="connsiteY15" fmla="*/ 1342884 h 2263475"/>
              <a:gd name="connsiteX16" fmla="*/ 347193 w 2385214"/>
              <a:gd name="connsiteY16" fmla="*/ 1659995 h 2263475"/>
              <a:gd name="connsiteX17" fmla="*/ 603480 w 2385214"/>
              <a:gd name="connsiteY17" fmla="*/ 1659995 h 2263475"/>
              <a:gd name="connsiteX18" fmla="*/ 603480 w 2385214"/>
              <a:gd name="connsiteY18" fmla="*/ 2263475 h 2263475"/>
              <a:gd name="connsiteX19" fmla="*/ 0 w 2385214"/>
              <a:gd name="connsiteY19" fmla="*/ 2263475 h 2263475"/>
              <a:gd name="connsiteX20" fmla="*/ 0 w 2385214"/>
              <a:gd name="connsiteY20" fmla="*/ 1659995 h 2263475"/>
              <a:gd name="connsiteX21" fmla="*/ 221990 w 2385214"/>
              <a:gd name="connsiteY21" fmla="*/ 1659995 h 2263475"/>
              <a:gd name="connsiteX22" fmla="*/ 221990 w 2385214"/>
              <a:gd name="connsiteY22" fmla="*/ 1342884 h 2263475"/>
              <a:gd name="connsiteX23" fmla="*/ 131989 w 2385214"/>
              <a:gd name="connsiteY23" fmla="*/ 1342884 h 2263475"/>
              <a:gd name="connsiteX24" fmla="*/ 875107 w 2385214"/>
              <a:gd name="connsiteY24" fmla="*/ 0 h 2263475"/>
              <a:gd name="connsiteX25" fmla="*/ 1523425 w 2385214"/>
              <a:gd name="connsiteY25" fmla="*/ 0 h 2263475"/>
              <a:gd name="connsiteX26" fmla="*/ 1523425 w 2385214"/>
              <a:gd name="connsiteY26" fmla="*/ 648318 h 2263475"/>
              <a:gd name="connsiteX27" fmla="*/ 1261868 w 2385214"/>
              <a:gd name="connsiteY27" fmla="*/ 648318 h 2263475"/>
              <a:gd name="connsiteX28" fmla="*/ 1261868 w 2385214"/>
              <a:gd name="connsiteY28" fmla="*/ 907900 h 2263475"/>
              <a:gd name="connsiteX29" fmla="*/ 1588690 w 2385214"/>
              <a:gd name="connsiteY29" fmla="*/ 907900 h 2263475"/>
              <a:gd name="connsiteX30" fmla="*/ 1588690 w 2385214"/>
              <a:gd name="connsiteY30" fmla="*/ 1423339 h 2263475"/>
              <a:gd name="connsiteX31" fmla="*/ 786283 w 2385214"/>
              <a:gd name="connsiteY31" fmla="*/ 1423339 h 2263475"/>
              <a:gd name="connsiteX32" fmla="*/ 786283 w 2385214"/>
              <a:gd name="connsiteY32" fmla="*/ 907900 h 2263475"/>
              <a:gd name="connsiteX33" fmla="*/ 1136665 w 2385214"/>
              <a:gd name="connsiteY33" fmla="*/ 907900 h 2263475"/>
              <a:gd name="connsiteX34" fmla="*/ 1136665 w 2385214"/>
              <a:gd name="connsiteY34" fmla="*/ 648318 h 2263475"/>
              <a:gd name="connsiteX35" fmla="*/ 875107 w 2385214"/>
              <a:gd name="connsiteY35" fmla="*/ 648318 h 2263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2385214" h="2263475">
                <a:moveTo>
                  <a:pt x="1902191" y="1025271"/>
                </a:moveTo>
                <a:lnTo>
                  <a:pt x="2219804" y="1025271"/>
                </a:lnTo>
                <a:lnTo>
                  <a:pt x="2219804" y="1342884"/>
                </a:lnTo>
                <a:lnTo>
                  <a:pt x="2128927" y="1342884"/>
                </a:lnTo>
                <a:lnTo>
                  <a:pt x="2128927" y="1659995"/>
                </a:lnTo>
                <a:lnTo>
                  <a:pt x="2385214" y="1659995"/>
                </a:lnTo>
                <a:lnTo>
                  <a:pt x="2385214" y="2263475"/>
                </a:lnTo>
                <a:lnTo>
                  <a:pt x="1781734" y="2263475"/>
                </a:lnTo>
                <a:lnTo>
                  <a:pt x="1781734" y="1659995"/>
                </a:lnTo>
                <a:lnTo>
                  <a:pt x="2003724" y="1659995"/>
                </a:lnTo>
                <a:lnTo>
                  <a:pt x="2003724" y="1342884"/>
                </a:lnTo>
                <a:lnTo>
                  <a:pt x="1902191" y="1342884"/>
                </a:lnTo>
                <a:close/>
                <a:moveTo>
                  <a:pt x="131989" y="1025271"/>
                </a:moveTo>
                <a:lnTo>
                  <a:pt x="449602" y="1025271"/>
                </a:lnTo>
                <a:lnTo>
                  <a:pt x="449602" y="1342884"/>
                </a:lnTo>
                <a:lnTo>
                  <a:pt x="347193" y="1342884"/>
                </a:lnTo>
                <a:lnTo>
                  <a:pt x="347193" y="1659995"/>
                </a:lnTo>
                <a:lnTo>
                  <a:pt x="603480" y="1659995"/>
                </a:lnTo>
                <a:lnTo>
                  <a:pt x="603480" y="2263475"/>
                </a:lnTo>
                <a:lnTo>
                  <a:pt x="0" y="2263475"/>
                </a:lnTo>
                <a:lnTo>
                  <a:pt x="0" y="1659995"/>
                </a:lnTo>
                <a:lnTo>
                  <a:pt x="221990" y="1659995"/>
                </a:lnTo>
                <a:lnTo>
                  <a:pt x="221990" y="1342884"/>
                </a:lnTo>
                <a:lnTo>
                  <a:pt x="131989" y="1342884"/>
                </a:lnTo>
                <a:close/>
                <a:moveTo>
                  <a:pt x="875107" y="0"/>
                </a:moveTo>
                <a:lnTo>
                  <a:pt x="1523425" y="0"/>
                </a:lnTo>
                <a:lnTo>
                  <a:pt x="1523425" y="648318"/>
                </a:lnTo>
                <a:lnTo>
                  <a:pt x="1261868" y="648318"/>
                </a:lnTo>
                <a:lnTo>
                  <a:pt x="1261868" y="907900"/>
                </a:lnTo>
                <a:lnTo>
                  <a:pt x="1588690" y="907900"/>
                </a:lnTo>
                <a:lnTo>
                  <a:pt x="1588690" y="1423339"/>
                </a:lnTo>
                <a:lnTo>
                  <a:pt x="786283" y="1423339"/>
                </a:lnTo>
                <a:lnTo>
                  <a:pt x="786283" y="907900"/>
                </a:lnTo>
                <a:lnTo>
                  <a:pt x="1136665" y="907900"/>
                </a:lnTo>
                <a:lnTo>
                  <a:pt x="1136665" y="648318"/>
                </a:lnTo>
                <a:lnTo>
                  <a:pt x="875107" y="648318"/>
                </a:lnTo>
                <a:close/>
              </a:path>
            </a:pathLst>
          </a:cu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173E4B-DD06-CCEB-9592-16EB42755057}"/>
              </a:ext>
            </a:extLst>
          </p:cNvPr>
          <p:cNvSpPr/>
          <p:nvPr/>
        </p:nvSpPr>
        <p:spPr>
          <a:xfrm>
            <a:off x="4552950" y="4171004"/>
            <a:ext cx="291600" cy="16899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900CCE-74C1-945C-3069-859EC0C1F7F7}"/>
              </a:ext>
            </a:extLst>
          </p:cNvPr>
          <p:cNvSpPr/>
          <p:nvPr/>
        </p:nvSpPr>
        <p:spPr>
          <a:xfrm>
            <a:off x="5394385" y="4161379"/>
            <a:ext cx="501874" cy="17112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0D1B48F-18F4-D5A1-2F5A-A380DDF4D42B}"/>
              </a:ext>
            </a:extLst>
          </p:cNvPr>
          <p:cNvSpPr/>
          <p:nvPr/>
        </p:nvSpPr>
        <p:spPr>
          <a:xfrm>
            <a:off x="7206024" y="4342309"/>
            <a:ext cx="354421" cy="15721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B932E97-EF3E-7E2C-FB53-5CF4386B55FB}"/>
              </a:ext>
            </a:extLst>
          </p:cNvPr>
          <p:cNvSpPr/>
          <p:nvPr/>
        </p:nvSpPr>
        <p:spPr>
          <a:xfrm>
            <a:off x="8815253" y="4342309"/>
            <a:ext cx="354421" cy="1572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790A9911-B270-5FA4-B014-7B94B29259C6}"/>
              </a:ext>
            </a:extLst>
          </p:cNvPr>
          <p:cNvSpPr/>
          <p:nvPr/>
        </p:nvSpPr>
        <p:spPr>
          <a:xfrm>
            <a:off x="5725249" y="4161400"/>
            <a:ext cx="324000" cy="324000"/>
          </a:xfrm>
          <a:prstGeom prst="arc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FEECDA4-0170-B6AF-585E-240AA32FEB54}"/>
              </a:ext>
            </a:extLst>
          </p:cNvPr>
          <p:cNvSpPr/>
          <p:nvPr/>
        </p:nvSpPr>
        <p:spPr>
          <a:xfrm flipH="1">
            <a:off x="10437065" y="4170465"/>
            <a:ext cx="563934" cy="16926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rc 41">
            <a:extLst>
              <a:ext uri="{FF2B5EF4-FFF2-40B4-BE49-F238E27FC236}">
                <a16:creationId xmlns:a16="http://schemas.microsoft.com/office/drawing/2014/main" id="{899D571F-B0A1-8B66-AA0C-3BF0748D9B84}"/>
              </a:ext>
            </a:extLst>
          </p:cNvPr>
          <p:cNvSpPr/>
          <p:nvPr/>
        </p:nvSpPr>
        <p:spPr>
          <a:xfrm flipH="1">
            <a:off x="10293700" y="4170487"/>
            <a:ext cx="324000" cy="324000"/>
          </a:xfrm>
          <a:prstGeom prst="arc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5B56452-AFB3-CCDE-6F28-5F0D03A8C30E}"/>
              </a:ext>
            </a:extLst>
          </p:cNvPr>
          <p:cNvSpPr/>
          <p:nvPr/>
        </p:nvSpPr>
        <p:spPr>
          <a:xfrm>
            <a:off x="11496521" y="4171004"/>
            <a:ext cx="324001" cy="17130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737297A-7F5F-29AE-8033-A0BEB669487A}"/>
              </a:ext>
            </a:extLst>
          </p:cNvPr>
          <p:cNvSpPr/>
          <p:nvPr/>
        </p:nvSpPr>
        <p:spPr>
          <a:xfrm>
            <a:off x="4852791" y="4634103"/>
            <a:ext cx="567195" cy="17949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2D5E3450-B8B4-CC50-FA2D-FD519B611265}"/>
              </a:ext>
            </a:extLst>
          </p:cNvPr>
          <p:cNvSpPr/>
          <p:nvPr/>
        </p:nvSpPr>
        <p:spPr>
          <a:xfrm>
            <a:off x="4686106" y="4171025"/>
            <a:ext cx="324000" cy="324000"/>
          </a:xfrm>
          <a:prstGeom prst="arc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Arc 47">
            <a:extLst>
              <a:ext uri="{FF2B5EF4-FFF2-40B4-BE49-F238E27FC236}">
                <a16:creationId xmlns:a16="http://schemas.microsoft.com/office/drawing/2014/main" id="{F5EBA80B-2939-4398-A805-1C1DB25FF9CC}"/>
              </a:ext>
            </a:extLst>
          </p:cNvPr>
          <p:cNvSpPr/>
          <p:nvPr/>
        </p:nvSpPr>
        <p:spPr>
          <a:xfrm flipH="1">
            <a:off x="5254483" y="4161400"/>
            <a:ext cx="324000" cy="324000"/>
          </a:xfrm>
          <a:prstGeom prst="arc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3DE5A0D-EAC3-1881-6FB5-EAF4F7877C8F}"/>
              </a:ext>
            </a:extLst>
          </p:cNvPr>
          <p:cNvSpPr/>
          <p:nvPr/>
        </p:nvSpPr>
        <p:spPr>
          <a:xfrm>
            <a:off x="4852791" y="4319225"/>
            <a:ext cx="157315" cy="377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C2A77C2-CA73-9F6D-1A43-4B65FC96F52F}"/>
              </a:ext>
            </a:extLst>
          </p:cNvPr>
          <p:cNvSpPr/>
          <p:nvPr/>
        </p:nvSpPr>
        <p:spPr>
          <a:xfrm>
            <a:off x="5252581" y="4319225"/>
            <a:ext cx="167014" cy="377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8C69841-0141-1127-3AB4-9CD2287F7216}"/>
              </a:ext>
            </a:extLst>
          </p:cNvPr>
          <p:cNvSpPr/>
          <p:nvPr/>
        </p:nvSpPr>
        <p:spPr>
          <a:xfrm>
            <a:off x="11013036" y="4634103"/>
            <a:ext cx="485146" cy="20989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Arc 51">
            <a:extLst>
              <a:ext uri="{FF2B5EF4-FFF2-40B4-BE49-F238E27FC236}">
                <a16:creationId xmlns:a16="http://schemas.microsoft.com/office/drawing/2014/main" id="{FA3E58D6-86A8-D954-FBF9-18883F2183D5}"/>
              </a:ext>
            </a:extLst>
          </p:cNvPr>
          <p:cNvSpPr/>
          <p:nvPr/>
        </p:nvSpPr>
        <p:spPr>
          <a:xfrm>
            <a:off x="10846350" y="4171025"/>
            <a:ext cx="324000" cy="324000"/>
          </a:xfrm>
          <a:prstGeom prst="arc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Arc 52">
            <a:extLst>
              <a:ext uri="{FF2B5EF4-FFF2-40B4-BE49-F238E27FC236}">
                <a16:creationId xmlns:a16="http://schemas.microsoft.com/office/drawing/2014/main" id="{D9ADAFD8-2926-59A3-B8E1-48EB2FD2D741}"/>
              </a:ext>
            </a:extLst>
          </p:cNvPr>
          <p:cNvSpPr/>
          <p:nvPr/>
        </p:nvSpPr>
        <p:spPr>
          <a:xfrm flipH="1">
            <a:off x="11335770" y="4171025"/>
            <a:ext cx="324000" cy="324000"/>
          </a:xfrm>
          <a:prstGeom prst="arc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EDF3BA6-A6F3-32E0-B30C-C242612AA8AF}"/>
              </a:ext>
            </a:extLst>
          </p:cNvPr>
          <p:cNvSpPr/>
          <p:nvPr/>
        </p:nvSpPr>
        <p:spPr>
          <a:xfrm>
            <a:off x="11013035" y="4319225"/>
            <a:ext cx="157315" cy="377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53B44E8-2A17-F61B-7EAF-552946E16D29}"/>
              </a:ext>
            </a:extLst>
          </p:cNvPr>
          <p:cNvSpPr/>
          <p:nvPr/>
        </p:nvSpPr>
        <p:spPr>
          <a:xfrm>
            <a:off x="11340866" y="4319225"/>
            <a:ext cx="157315" cy="377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0431E76D-3CDF-2C5F-04E2-E1094A9366A2}"/>
              </a:ext>
            </a:extLst>
          </p:cNvPr>
          <p:cNvSpPr/>
          <p:nvPr/>
        </p:nvSpPr>
        <p:spPr>
          <a:xfrm>
            <a:off x="7401725" y="4343693"/>
            <a:ext cx="324000" cy="324000"/>
          </a:xfrm>
          <a:prstGeom prst="arc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rc 56">
            <a:extLst>
              <a:ext uri="{FF2B5EF4-FFF2-40B4-BE49-F238E27FC236}">
                <a16:creationId xmlns:a16="http://schemas.microsoft.com/office/drawing/2014/main" id="{5E26EB90-2FCB-CFFF-FF14-3A6CDBFB36FE}"/>
              </a:ext>
            </a:extLst>
          </p:cNvPr>
          <p:cNvSpPr/>
          <p:nvPr/>
        </p:nvSpPr>
        <p:spPr>
          <a:xfrm flipH="1">
            <a:off x="8643628" y="4343693"/>
            <a:ext cx="324000" cy="324000"/>
          </a:xfrm>
          <a:prstGeom prst="arc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3D69B3B-4749-29FB-B781-CF98B5CEC1FE}"/>
              </a:ext>
            </a:extLst>
          </p:cNvPr>
          <p:cNvSpPr/>
          <p:nvPr/>
        </p:nvSpPr>
        <p:spPr>
          <a:xfrm>
            <a:off x="7579139" y="4497807"/>
            <a:ext cx="1236113" cy="16571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709DAAD-665B-90AB-EC3B-3626A93F1E78}"/>
              </a:ext>
            </a:extLst>
          </p:cNvPr>
          <p:cNvSpPr/>
          <p:nvPr/>
        </p:nvSpPr>
        <p:spPr>
          <a:xfrm>
            <a:off x="6304122" y="3802856"/>
            <a:ext cx="895773" cy="16861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31EEE82-272F-290B-60C0-0DB7331D0149}"/>
              </a:ext>
            </a:extLst>
          </p:cNvPr>
          <p:cNvSpPr/>
          <p:nvPr/>
        </p:nvSpPr>
        <p:spPr>
          <a:xfrm>
            <a:off x="9210428" y="3802856"/>
            <a:ext cx="895773" cy="16861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24DA0E3-A069-E0BC-B0D7-309AD057FE0F}"/>
              </a:ext>
            </a:extLst>
          </p:cNvPr>
          <p:cNvGrpSpPr/>
          <p:nvPr/>
        </p:nvGrpSpPr>
        <p:grpSpPr>
          <a:xfrm>
            <a:off x="4753693" y="4479795"/>
            <a:ext cx="3261420" cy="674724"/>
            <a:chOff x="5657874" y="3411183"/>
            <a:chExt cx="2381201" cy="324000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9CBBB1A-EFE3-9AEF-C68A-9EF2026216ED}"/>
                </a:ext>
              </a:extLst>
            </p:cNvPr>
            <p:cNvSpPr/>
            <p:nvPr/>
          </p:nvSpPr>
          <p:spPr>
            <a:xfrm>
              <a:off x="5810249" y="3572985"/>
              <a:ext cx="2076451" cy="162000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Arc 59">
              <a:extLst>
                <a:ext uri="{FF2B5EF4-FFF2-40B4-BE49-F238E27FC236}">
                  <a16:creationId xmlns:a16="http://schemas.microsoft.com/office/drawing/2014/main" id="{B55AA265-571D-F13F-80DF-36827A194B2B}"/>
                </a:ext>
              </a:extLst>
            </p:cNvPr>
            <p:cNvSpPr/>
            <p:nvPr/>
          </p:nvSpPr>
          <p:spPr>
            <a:xfrm flipV="1">
              <a:off x="7715075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Arc 60">
              <a:extLst>
                <a:ext uri="{FF2B5EF4-FFF2-40B4-BE49-F238E27FC236}">
                  <a16:creationId xmlns:a16="http://schemas.microsoft.com/office/drawing/2014/main" id="{F741C251-8867-EB72-F659-2A5C183BE981}"/>
                </a:ext>
              </a:extLst>
            </p:cNvPr>
            <p:cNvSpPr/>
            <p:nvPr/>
          </p:nvSpPr>
          <p:spPr>
            <a:xfrm flipH="1" flipV="1">
              <a:off x="5657874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266EEFD-BF7F-1070-FD91-98786CB3981F}"/>
              </a:ext>
            </a:extLst>
          </p:cNvPr>
          <p:cNvGrpSpPr/>
          <p:nvPr/>
        </p:nvGrpSpPr>
        <p:grpSpPr>
          <a:xfrm>
            <a:off x="8324774" y="4506690"/>
            <a:ext cx="3392097" cy="674724"/>
            <a:chOff x="5657874" y="3411183"/>
            <a:chExt cx="2381201" cy="324000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05E91C6E-4F48-1E82-FD1A-2FEFB78D5DD8}"/>
                </a:ext>
              </a:extLst>
            </p:cNvPr>
            <p:cNvSpPr/>
            <p:nvPr/>
          </p:nvSpPr>
          <p:spPr>
            <a:xfrm>
              <a:off x="5810249" y="3572985"/>
              <a:ext cx="2076451" cy="162000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Arc 63">
              <a:extLst>
                <a:ext uri="{FF2B5EF4-FFF2-40B4-BE49-F238E27FC236}">
                  <a16:creationId xmlns:a16="http://schemas.microsoft.com/office/drawing/2014/main" id="{9F2D177B-533F-014F-6688-9979E27C91C3}"/>
                </a:ext>
              </a:extLst>
            </p:cNvPr>
            <p:cNvSpPr/>
            <p:nvPr/>
          </p:nvSpPr>
          <p:spPr>
            <a:xfrm flipV="1">
              <a:off x="7715075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Arc 65">
              <a:extLst>
                <a:ext uri="{FF2B5EF4-FFF2-40B4-BE49-F238E27FC236}">
                  <a16:creationId xmlns:a16="http://schemas.microsoft.com/office/drawing/2014/main" id="{E7FFE792-6BB4-1EDE-62D6-526FF1A9D1EF}"/>
                </a:ext>
              </a:extLst>
            </p:cNvPr>
            <p:cNvSpPr/>
            <p:nvPr/>
          </p:nvSpPr>
          <p:spPr>
            <a:xfrm flipH="1" flipV="1">
              <a:off x="5657874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185752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D7CAF-6AFF-A525-D821-57DDB9C35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22408962-4D01-D2F9-910C-8689BE516DD6}"/>
              </a:ext>
            </a:extLst>
          </p:cNvPr>
          <p:cNvSpPr/>
          <p:nvPr/>
        </p:nvSpPr>
        <p:spPr>
          <a:xfrm flipH="1">
            <a:off x="10106201" y="4335879"/>
            <a:ext cx="670212" cy="16192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3BF069A-F89E-96B6-72E4-09F6B38F8C35}"/>
              </a:ext>
            </a:extLst>
          </p:cNvPr>
          <p:cNvSpPr/>
          <p:nvPr/>
        </p:nvSpPr>
        <p:spPr>
          <a:xfrm>
            <a:off x="5633911" y="4326792"/>
            <a:ext cx="670212" cy="16192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B70FCCD-5DDF-F0A8-8EA1-77076B3A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Liftoff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C06F2F-CE74-611B-3A4D-B745C2ADE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F3B24-B118-475F-93E6-0FA486CCC06B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AA87DE-9DE8-73F8-E7EA-3A9F27EE9982}"/>
              </a:ext>
            </a:extLst>
          </p:cNvPr>
          <p:cNvSpPr/>
          <p:nvPr/>
        </p:nvSpPr>
        <p:spPr>
          <a:xfrm>
            <a:off x="4552951" y="4772025"/>
            <a:ext cx="7267574" cy="76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215F9C-E0FE-6A4A-DBB2-5BC52E58419A}"/>
              </a:ext>
            </a:extLst>
          </p:cNvPr>
          <p:cNvSpPr/>
          <p:nvPr/>
        </p:nvSpPr>
        <p:spPr>
          <a:xfrm>
            <a:off x="4552950" y="4523436"/>
            <a:ext cx="1257299" cy="16192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3AA797-0247-2B4D-B789-E9D3386AA09D}"/>
              </a:ext>
            </a:extLst>
          </p:cNvPr>
          <p:cNvSpPr/>
          <p:nvPr/>
        </p:nvSpPr>
        <p:spPr>
          <a:xfrm>
            <a:off x="10563226" y="4523436"/>
            <a:ext cx="1257299" cy="16192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01CD00-CD0E-0E37-44D3-DFD4F3692631}"/>
              </a:ext>
            </a:extLst>
          </p:cNvPr>
          <p:cNvSpPr/>
          <p:nvPr/>
        </p:nvSpPr>
        <p:spPr>
          <a:xfrm>
            <a:off x="4552950" y="4347220"/>
            <a:ext cx="1257299" cy="1619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BBC4D5-BEC2-A171-7D1C-2D813AF3E7AA}"/>
              </a:ext>
            </a:extLst>
          </p:cNvPr>
          <p:cNvSpPr/>
          <p:nvPr/>
        </p:nvSpPr>
        <p:spPr>
          <a:xfrm>
            <a:off x="10563226" y="4347220"/>
            <a:ext cx="1257299" cy="1619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B05FF210-0DE8-4686-2EC0-0CEF2216583A}"/>
              </a:ext>
            </a:extLst>
          </p:cNvPr>
          <p:cNvSpPr/>
          <p:nvPr/>
        </p:nvSpPr>
        <p:spPr>
          <a:xfrm>
            <a:off x="5648249" y="4340002"/>
            <a:ext cx="324000" cy="324000"/>
          </a:xfrm>
          <a:prstGeom prst="arc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77731ABC-0DA0-3285-E163-50B4976972B1}"/>
              </a:ext>
            </a:extLst>
          </p:cNvPr>
          <p:cNvSpPr/>
          <p:nvPr/>
        </p:nvSpPr>
        <p:spPr>
          <a:xfrm flipH="1">
            <a:off x="10401225" y="4342310"/>
            <a:ext cx="324000" cy="324000"/>
          </a:xfrm>
          <a:prstGeom prst="arc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B61741-A28C-599E-C5FC-6957B082D16F}"/>
              </a:ext>
            </a:extLst>
          </p:cNvPr>
          <p:cNvSpPr/>
          <p:nvPr/>
        </p:nvSpPr>
        <p:spPr>
          <a:xfrm>
            <a:off x="4552950" y="4684431"/>
            <a:ext cx="7267574" cy="13157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C2A032-5E26-5B49-F760-0DA77DB1C26E}"/>
              </a:ext>
            </a:extLst>
          </p:cNvPr>
          <p:cNvSpPr/>
          <p:nvPr/>
        </p:nvSpPr>
        <p:spPr>
          <a:xfrm>
            <a:off x="5810250" y="4502002"/>
            <a:ext cx="1750196" cy="1619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9AD635-EB89-1ED7-D753-B781FD742500}"/>
              </a:ext>
            </a:extLst>
          </p:cNvPr>
          <p:cNvSpPr/>
          <p:nvPr/>
        </p:nvSpPr>
        <p:spPr>
          <a:xfrm>
            <a:off x="8818175" y="4502001"/>
            <a:ext cx="1745050" cy="17665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D22AB1-ADA9-D16E-3ECB-C23F986BF773}"/>
              </a:ext>
            </a:extLst>
          </p:cNvPr>
          <p:cNvSpPr/>
          <p:nvPr/>
        </p:nvSpPr>
        <p:spPr>
          <a:xfrm>
            <a:off x="4852791" y="4340001"/>
            <a:ext cx="567195" cy="4760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C69591-F88A-6993-309A-91508CB76C01}"/>
              </a:ext>
            </a:extLst>
          </p:cNvPr>
          <p:cNvSpPr/>
          <p:nvPr/>
        </p:nvSpPr>
        <p:spPr>
          <a:xfrm>
            <a:off x="11020249" y="4340001"/>
            <a:ext cx="486000" cy="4760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C7FDA7-2599-A9D5-0CED-5AA3A9AA759C}"/>
              </a:ext>
            </a:extLst>
          </p:cNvPr>
          <p:cNvSpPr/>
          <p:nvPr/>
        </p:nvSpPr>
        <p:spPr>
          <a:xfrm>
            <a:off x="669892" y="2169000"/>
            <a:ext cx="2520000" cy="2520000"/>
          </a:xfrm>
          <a:prstGeom prst="rect">
            <a:avLst/>
          </a:prstGeom>
          <a:solidFill>
            <a:srgbClr val="8ED973"/>
          </a:solidFill>
          <a:ln>
            <a:solidFill>
              <a:srgbClr val="8ED9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CC8845-A6E6-C253-4F5C-CC481B66E7E4}"/>
              </a:ext>
            </a:extLst>
          </p:cNvPr>
          <p:cNvSpPr/>
          <p:nvPr/>
        </p:nvSpPr>
        <p:spPr>
          <a:xfrm>
            <a:off x="1626723" y="3133021"/>
            <a:ext cx="606338" cy="591956"/>
          </a:xfrm>
          <a:prstGeom prst="rect">
            <a:avLst/>
          </a:prstGeom>
          <a:solidFill>
            <a:srgbClr val="A6CAEC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2B78A3-800A-2A34-DC91-0C138264C74C}"/>
              </a:ext>
            </a:extLst>
          </p:cNvPr>
          <p:cNvSpPr/>
          <p:nvPr/>
        </p:nvSpPr>
        <p:spPr>
          <a:xfrm>
            <a:off x="858192" y="3259931"/>
            <a:ext cx="896566" cy="33813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792FD30-5208-FE93-9120-B1BCDA536819}"/>
              </a:ext>
            </a:extLst>
          </p:cNvPr>
          <p:cNvSpPr/>
          <p:nvPr/>
        </p:nvSpPr>
        <p:spPr>
          <a:xfrm>
            <a:off x="2114550" y="3259931"/>
            <a:ext cx="896566" cy="33813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1DD07E-6F30-1B8F-6E25-11FF68C183E0}"/>
              </a:ext>
            </a:extLst>
          </p:cNvPr>
          <p:cNvSpPr/>
          <p:nvPr/>
        </p:nvSpPr>
        <p:spPr>
          <a:xfrm>
            <a:off x="968308" y="3338999"/>
            <a:ext cx="180000" cy="180000"/>
          </a:xfrm>
          <a:prstGeom prst="rect">
            <a:avLst/>
          </a:prstGeom>
          <a:solidFill>
            <a:srgbClr val="BFBFBF"/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74F0910-F6AD-4837-42FF-6F991EB05F70}"/>
              </a:ext>
            </a:extLst>
          </p:cNvPr>
          <p:cNvSpPr/>
          <p:nvPr/>
        </p:nvSpPr>
        <p:spPr>
          <a:xfrm>
            <a:off x="2736760" y="3338999"/>
            <a:ext cx="180000" cy="180000"/>
          </a:xfrm>
          <a:prstGeom prst="rect">
            <a:avLst/>
          </a:prstGeom>
          <a:solidFill>
            <a:srgbClr val="BFBFBF"/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B23B2D3-8791-0057-F06C-499542D242D2}"/>
              </a:ext>
            </a:extLst>
          </p:cNvPr>
          <p:cNvCxnSpPr>
            <a:cxnSpLocks/>
          </p:cNvCxnSpPr>
          <p:nvPr/>
        </p:nvCxnSpPr>
        <p:spPr>
          <a:xfrm rot="5400000">
            <a:off x="1929892" y="1936987"/>
            <a:ext cx="0" cy="298402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E3113767-2715-4A8E-A060-2B8684EB989D}"/>
              </a:ext>
            </a:extLst>
          </p:cNvPr>
          <p:cNvSpPr/>
          <p:nvPr/>
        </p:nvSpPr>
        <p:spPr>
          <a:xfrm>
            <a:off x="746618" y="2245671"/>
            <a:ext cx="2385214" cy="2263475"/>
          </a:xfrm>
          <a:custGeom>
            <a:avLst/>
            <a:gdLst>
              <a:gd name="connsiteX0" fmla="*/ 1902191 w 2385214"/>
              <a:gd name="connsiteY0" fmla="*/ 1025271 h 2263475"/>
              <a:gd name="connsiteX1" fmla="*/ 2219804 w 2385214"/>
              <a:gd name="connsiteY1" fmla="*/ 1025271 h 2263475"/>
              <a:gd name="connsiteX2" fmla="*/ 2219804 w 2385214"/>
              <a:gd name="connsiteY2" fmla="*/ 1342884 h 2263475"/>
              <a:gd name="connsiteX3" fmla="*/ 2128927 w 2385214"/>
              <a:gd name="connsiteY3" fmla="*/ 1342884 h 2263475"/>
              <a:gd name="connsiteX4" fmla="*/ 2128927 w 2385214"/>
              <a:gd name="connsiteY4" fmla="*/ 1659995 h 2263475"/>
              <a:gd name="connsiteX5" fmla="*/ 2385214 w 2385214"/>
              <a:gd name="connsiteY5" fmla="*/ 1659995 h 2263475"/>
              <a:gd name="connsiteX6" fmla="*/ 2385214 w 2385214"/>
              <a:gd name="connsiteY6" fmla="*/ 2263475 h 2263475"/>
              <a:gd name="connsiteX7" fmla="*/ 1781734 w 2385214"/>
              <a:gd name="connsiteY7" fmla="*/ 2263475 h 2263475"/>
              <a:gd name="connsiteX8" fmla="*/ 1781734 w 2385214"/>
              <a:gd name="connsiteY8" fmla="*/ 1659995 h 2263475"/>
              <a:gd name="connsiteX9" fmla="*/ 2003724 w 2385214"/>
              <a:gd name="connsiteY9" fmla="*/ 1659995 h 2263475"/>
              <a:gd name="connsiteX10" fmla="*/ 2003724 w 2385214"/>
              <a:gd name="connsiteY10" fmla="*/ 1342884 h 2263475"/>
              <a:gd name="connsiteX11" fmla="*/ 1902191 w 2385214"/>
              <a:gd name="connsiteY11" fmla="*/ 1342884 h 2263475"/>
              <a:gd name="connsiteX12" fmla="*/ 131989 w 2385214"/>
              <a:gd name="connsiteY12" fmla="*/ 1025271 h 2263475"/>
              <a:gd name="connsiteX13" fmla="*/ 449602 w 2385214"/>
              <a:gd name="connsiteY13" fmla="*/ 1025271 h 2263475"/>
              <a:gd name="connsiteX14" fmla="*/ 449602 w 2385214"/>
              <a:gd name="connsiteY14" fmla="*/ 1342884 h 2263475"/>
              <a:gd name="connsiteX15" fmla="*/ 347193 w 2385214"/>
              <a:gd name="connsiteY15" fmla="*/ 1342884 h 2263475"/>
              <a:gd name="connsiteX16" fmla="*/ 347193 w 2385214"/>
              <a:gd name="connsiteY16" fmla="*/ 1659995 h 2263475"/>
              <a:gd name="connsiteX17" fmla="*/ 603480 w 2385214"/>
              <a:gd name="connsiteY17" fmla="*/ 1659995 h 2263475"/>
              <a:gd name="connsiteX18" fmla="*/ 603480 w 2385214"/>
              <a:gd name="connsiteY18" fmla="*/ 2263475 h 2263475"/>
              <a:gd name="connsiteX19" fmla="*/ 0 w 2385214"/>
              <a:gd name="connsiteY19" fmla="*/ 2263475 h 2263475"/>
              <a:gd name="connsiteX20" fmla="*/ 0 w 2385214"/>
              <a:gd name="connsiteY20" fmla="*/ 1659995 h 2263475"/>
              <a:gd name="connsiteX21" fmla="*/ 221990 w 2385214"/>
              <a:gd name="connsiteY21" fmla="*/ 1659995 h 2263475"/>
              <a:gd name="connsiteX22" fmla="*/ 221990 w 2385214"/>
              <a:gd name="connsiteY22" fmla="*/ 1342884 h 2263475"/>
              <a:gd name="connsiteX23" fmla="*/ 131989 w 2385214"/>
              <a:gd name="connsiteY23" fmla="*/ 1342884 h 2263475"/>
              <a:gd name="connsiteX24" fmla="*/ 875107 w 2385214"/>
              <a:gd name="connsiteY24" fmla="*/ 0 h 2263475"/>
              <a:gd name="connsiteX25" fmla="*/ 1523425 w 2385214"/>
              <a:gd name="connsiteY25" fmla="*/ 0 h 2263475"/>
              <a:gd name="connsiteX26" fmla="*/ 1523425 w 2385214"/>
              <a:gd name="connsiteY26" fmla="*/ 648318 h 2263475"/>
              <a:gd name="connsiteX27" fmla="*/ 1261868 w 2385214"/>
              <a:gd name="connsiteY27" fmla="*/ 648318 h 2263475"/>
              <a:gd name="connsiteX28" fmla="*/ 1261868 w 2385214"/>
              <a:gd name="connsiteY28" fmla="*/ 907900 h 2263475"/>
              <a:gd name="connsiteX29" fmla="*/ 1588690 w 2385214"/>
              <a:gd name="connsiteY29" fmla="*/ 907900 h 2263475"/>
              <a:gd name="connsiteX30" fmla="*/ 1588690 w 2385214"/>
              <a:gd name="connsiteY30" fmla="*/ 1423339 h 2263475"/>
              <a:gd name="connsiteX31" fmla="*/ 786283 w 2385214"/>
              <a:gd name="connsiteY31" fmla="*/ 1423339 h 2263475"/>
              <a:gd name="connsiteX32" fmla="*/ 786283 w 2385214"/>
              <a:gd name="connsiteY32" fmla="*/ 907900 h 2263475"/>
              <a:gd name="connsiteX33" fmla="*/ 1136665 w 2385214"/>
              <a:gd name="connsiteY33" fmla="*/ 907900 h 2263475"/>
              <a:gd name="connsiteX34" fmla="*/ 1136665 w 2385214"/>
              <a:gd name="connsiteY34" fmla="*/ 648318 h 2263475"/>
              <a:gd name="connsiteX35" fmla="*/ 875107 w 2385214"/>
              <a:gd name="connsiteY35" fmla="*/ 648318 h 2263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2385214" h="2263475">
                <a:moveTo>
                  <a:pt x="1902191" y="1025271"/>
                </a:moveTo>
                <a:lnTo>
                  <a:pt x="2219804" y="1025271"/>
                </a:lnTo>
                <a:lnTo>
                  <a:pt x="2219804" y="1342884"/>
                </a:lnTo>
                <a:lnTo>
                  <a:pt x="2128927" y="1342884"/>
                </a:lnTo>
                <a:lnTo>
                  <a:pt x="2128927" y="1659995"/>
                </a:lnTo>
                <a:lnTo>
                  <a:pt x="2385214" y="1659995"/>
                </a:lnTo>
                <a:lnTo>
                  <a:pt x="2385214" y="2263475"/>
                </a:lnTo>
                <a:lnTo>
                  <a:pt x="1781734" y="2263475"/>
                </a:lnTo>
                <a:lnTo>
                  <a:pt x="1781734" y="1659995"/>
                </a:lnTo>
                <a:lnTo>
                  <a:pt x="2003724" y="1659995"/>
                </a:lnTo>
                <a:lnTo>
                  <a:pt x="2003724" y="1342884"/>
                </a:lnTo>
                <a:lnTo>
                  <a:pt x="1902191" y="1342884"/>
                </a:lnTo>
                <a:close/>
                <a:moveTo>
                  <a:pt x="131989" y="1025271"/>
                </a:moveTo>
                <a:lnTo>
                  <a:pt x="449602" y="1025271"/>
                </a:lnTo>
                <a:lnTo>
                  <a:pt x="449602" y="1342884"/>
                </a:lnTo>
                <a:lnTo>
                  <a:pt x="347193" y="1342884"/>
                </a:lnTo>
                <a:lnTo>
                  <a:pt x="347193" y="1659995"/>
                </a:lnTo>
                <a:lnTo>
                  <a:pt x="603480" y="1659995"/>
                </a:lnTo>
                <a:lnTo>
                  <a:pt x="603480" y="2263475"/>
                </a:lnTo>
                <a:lnTo>
                  <a:pt x="0" y="2263475"/>
                </a:lnTo>
                <a:lnTo>
                  <a:pt x="0" y="1659995"/>
                </a:lnTo>
                <a:lnTo>
                  <a:pt x="221990" y="1659995"/>
                </a:lnTo>
                <a:lnTo>
                  <a:pt x="221990" y="1342884"/>
                </a:lnTo>
                <a:lnTo>
                  <a:pt x="131989" y="1342884"/>
                </a:lnTo>
                <a:close/>
                <a:moveTo>
                  <a:pt x="875107" y="0"/>
                </a:moveTo>
                <a:lnTo>
                  <a:pt x="1523425" y="0"/>
                </a:lnTo>
                <a:lnTo>
                  <a:pt x="1523425" y="648318"/>
                </a:lnTo>
                <a:lnTo>
                  <a:pt x="1261868" y="648318"/>
                </a:lnTo>
                <a:lnTo>
                  <a:pt x="1261868" y="907900"/>
                </a:lnTo>
                <a:lnTo>
                  <a:pt x="1588690" y="907900"/>
                </a:lnTo>
                <a:lnTo>
                  <a:pt x="1588690" y="1423339"/>
                </a:lnTo>
                <a:lnTo>
                  <a:pt x="786283" y="1423339"/>
                </a:lnTo>
                <a:lnTo>
                  <a:pt x="786283" y="907900"/>
                </a:lnTo>
                <a:lnTo>
                  <a:pt x="1136665" y="907900"/>
                </a:lnTo>
                <a:lnTo>
                  <a:pt x="1136665" y="648318"/>
                </a:lnTo>
                <a:lnTo>
                  <a:pt x="875107" y="648318"/>
                </a:lnTo>
                <a:close/>
              </a:path>
            </a:pathLst>
          </a:cu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1F5252-49A5-C302-60F9-FAE72F80A256}"/>
              </a:ext>
            </a:extLst>
          </p:cNvPr>
          <p:cNvSpPr/>
          <p:nvPr/>
        </p:nvSpPr>
        <p:spPr>
          <a:xfrm>
            <a:off x="4552950" y="4171004"/>
            <a:ext cx="291600" cy="16899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C1574A-DCEB-39E1-0951-5A0BD74865C4}"/>
              </a:ext>
            </a:extLst>
          </p:cNvPr>
          <p:cNvSpPr/>
          <p:nvPr/>
        </p:nvSpPr>
        <p:spPr>
          <a:xfrm>
            <a:off x="5394385" y="4161379"/>
            <a:ext cx="501874" cy="17112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A1D2931-2FEA-C614-E62E-FC9209D85DBD}"/>
              </a:ext>
            </a:extLst>
          </p:cNvPr>
          <p:cNvSpPr/>
          <p:nvPr/>
        </p:nvSpPr>
        <p:spPr>
          <a:xfrm>
            <a:off x="7206024" y="4342309"/>
            <a:ext cx="354421" cy="15721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AE6359F-9B1F-F3D8-0A49-7E20B7306483}"/>
              </a:ext>
            </a:extLst>
          </p:cNvPr>
          <p:cNvSpPr/>
          <p:nvPr/>
        </p:nvSpPr>
        <p:spPr>
          <a:xfrm>
            <a:off x="8815253" y="4342309"/>
            <a:ext cx="354421" cy="1572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24306561-2992-1205-836D-49CFFEBD73B3}"/>
              </a:ext>
            </a:extLst>
          </p:cNvPr>
          <p:cNvSpPr/>
          <p:nvPr/>
        </p:nvSpPr>
        <p:spPr>
          <a:xfrm>
            <a:off x="5725249" y="4161400"/>
            <a:ext cx="324000" cy="324000"/>
          </a:xfrm>
          <a:prstGeom prst="arc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FEE324D-1E40-265B-7FA2-EBC4FCAFB9CB}"/>
              </a:ext>
            </a:extLst>
          </p:cNvPr>
          <p:cNvSpPr/>
          <p:nvPr/>
        </p:nvSpPr>
        <p:spPr>
          <a:xfrm flipH="1">
            <a:off x="10437065" y="4170465"/>
            <a:ext cx="563934" cy="16926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rc 41">
            <a:extLst>
              <a:ext uri="{FF2B5EF4-FFF2-40B4-BE49-F238E27FC236}">
                <a16:creationId xmlns:a16="http://schemas.microsoft.com/office/drawing/2014/main" id="{814A9D09-5C84-D9CA-CBC2-A116F7EC575A}"/>
              </a:ext>
            </a:extLst>
          </p:cNvPr>
          <p:cNvSpPr/>
          <p:nvPr/>
        </p:nvSpPr>
        <p:spPr>
          <a:xfrm flipH="1">
            <a:off x="10293700" y="4170487"/>
            <a:ext cx="324000" cy="324000"/>
          </a:xfrm>
          <a:prstGeom prst="arc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D2C9535-9930-D232-A277-BC29B7DF20DC}"/>
              </a:ext>
            </a:extLst>
          </p:cNvPr>
          <p:cNvSpPr/>
          <p:nvPr/>
        </p:nvSpPr>
        <p:spPr>
          <a:xfrm>
            <a:off x="11496521" y="4171004"/>
            <a:ext cx="324001" cy="17130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87004A3-7A0D-93A6-7CC1-3D8DC611803D}"/>
              </a:ext>
            </a:extLst>
          </p:cNvPr>
          <p:cNvSpPr/>
          <p:nvPr/>
        </p:nvSpPr>
        <p:spPr>
          <a:xfrm>
            <a:off x="4852791" y="4634103"/>
            <a:ext cx="567195" cy="17949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2FCE8F6A-CE2E-B857-44F5-E355663FAF4F}"/>
              </a:ext>
            </a:extLst>
          </p:cNvPr>
          <p:cNvSpPr/>
          <p:nvPr/>
        </p:nvSpPr>
        <p:spPr>
          <a:xfrm>
            <a:off x="4686106" y="4171025"/>
            <a:ext cx="324000" cy="324000"/>
          </a:xfrm>
          <a:prstGeom prst="arc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Arc 47">
            <a:extLst>
              <a:ext uri="{FF2B5EF4-FFF2-40B4-BE49-F238E27FC236}">
                <a16:creationId xmlns:a16="http://schemas.microsoft.com/office/drawing/2014/main" id="{6F511B3A-49E1-1D84-0E79-AC007FD877EF}"/>
              </a:ext>
            </a:extLst>
          </p:cNvPr>
          <p:cNvSpPr/>
          <p:nvPr/>
        </p:nvSpPr>
        <p:spPr>
          <a:xfrm flipH="1">
            <a:off x="5254483" y="4161400"/>
            <a:ext cx="324000" cy="324000"/>
          </a:xfrm>
          <a:prstGeom prst="arc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1DD2312-6C6D-04AE-12DB-8EEC9A5B5334}"/>
              </a:ext>
            </a:extLst>
          </p:cNvPr>
          <p:cNvSpPr/>
          <p:nvPr/>
        </p:nvSpPr>
        <p:spPr>
          <a:xfrm>
            <a:off x="4852791" y="4319225"/>
            <a:ext cx="157315" cy="377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D58DBAA-D7FD-F46F-76A0-FF6E42A00E3D}"/>
              </a:ext>
            </a:extLst>
          </p:cNvPr>
          <p:cNvSpPr/>
          <p:nvPr/>
        </p:nvSpPr>
        <p:spPr>
          <a:xfrm>
            <a:off x="11013036" y="4634103"/>
            <a:ext cx="485146" cy="20989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Arc 51">
            <a:extLst>
              <a:ext uri="{FF2B5EF4-FFF2-40B4-BE49-F238E27FC236}">
                <a16:creationId xmlns:a16="http://schemas.microsoft.com/office/drawing/2014/main" id="{D599066C-E85E-6ED6-C406-416A9B859159}"/>
              </a:ext>
            </a:extLst>
          </p:cNvPr>
          <p:cNvSpPr/>
          <p:nvPr/>
        </p:nvSpPr>
        <p:spPr>
          <a:xfrm>
            <a:off x="10846350" y="4171025"/>
            <a:ext cx="324000" cy="324000"/>
          </a:xfrm>
          <a:prstGeom prst="arc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Arc 52">
            <a:extLst>
              <a:ext uri="{FF2B5EF4-FFF2-40B4-BE49-F238E27FC236}">
                <a16:creationId xmlns:a16="http://schemas.microsoft.com/office/drawing/2014/main" id="{5DEEA0CB-BC24-FF98-4685-A282877CF95A}"/>
              </a:ext>
            </a:extLst>
          </p:cNvPr>
          <p:cNvSpPr/>
          <p:nvPr/>
        </p:nvSpPr>
        <p:spPr>
          <a:xfrm flipH="1">
            <a:off x="11335770" y="4171025"/>
            <a:ext cx="324000" cy="324000"/>
          </a:xfrm>
          <a:prstGeom prst="arc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E066797-3EFD-24BA-F76D-91CA22063E72}"/>
              </a:ext>
            </a:extLst>
          </p:cNvPr>
          <p:cNvSpPr/>
          <p:nvPr/>
        </p:nvSpPr>
        <p:spPr>
          <a:xfrm>
            <a:off x="11013035" y="4319225"/>
            <a:ext cx="157315" cy="377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CA6B667-5A0B-70BA-BFE6-FA62751F0C01}"/>
              </a:ext>
            </a:extLst>
          </p:cNvPr>
          <p:cNvSpPr/>
          <p:nvPr/>
        </p:nvSpPr>
        <p:spPr>
          <a:xfrm>
            <a:off x="11340866" y="4319225"/>
            <a:ext cx="157315" cy="377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95350A3B-F5A8-8E40-668B-FD9275CA1DCA}"/>
              </a:ext>
            </a:extLst>
          </p:cNvPr>
          <p:cNvSpPr/>
          <p:nvPr/>
        </p:nvSpPr>
        <p:spPr>
          <a:xfrm>
            <a:off x="7401725" y="4343693"/>
            <a:ext cx="324000" cy="324000"/>
          </a:xfrm>
          <a:prstGeom prst="arc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rc 56">
            <a:extLst>
              <a:ext uri="{FF2B5EF4-FFF2-40B4-BE49-F238E27FC236}">
                <a16:creationId xmlns:a16="http://schemas.microsoft.com/office/drawing/2014/main" id="{EFC0B343-2336-7452-D21F-6797907F8F5B}"/>
              </a:ext>
            </a:extLst>
          </p:cNvPr>
          <p:cNvSpPr/>
          <p:nvPr/>
        </p:nvSpPr>
        <p:spPr>
          <a:xfrm flipH="1">
            <a:off x="8643628" y="4343693"/>
            <a:ext cx="324000" cy="324000"/>
          </a:xfrm>
          <a:prstGeom prst="arc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800DF62-C15B-CEF6-D3FC-EBCFB1DF0C43}"/>
              </a:ext>
            </a:extLst>
          </p:cNvPr>
          <p:cNvSpPr/>
          <p:nvPr/>
        </p:nvSpPr>
        <p:spPr>
          <a:xfrm>
            <a:off x="7579139" y="4497807"/>
            <a:ext cx="1236113" cy="16571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E324C6-4970-94C3-CF0D-235053D86718}"/>
              </a:ext>
            </a:extLst>
          </p:cNvPr>
          <p:cNvSpPr/>
          <p:nvPr/>
        </p:nvSpPr>
        <p:spPr>
          <a:xfrm>
            <a:off x="5252581" y="4319225"/>
            <a:ext cx="167014" cy="377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676B29C-F829-3185-749C-EDC861ED2B71}"/>
              </a:ext>
            </a:extLst>
          </p:cNvPr>
          <p:cNvGrpSpPr/>
          <p:nvPr/>
        </p:nvGrpSpPr>
        <p:grpSpPr>
          <a:xfrm>
            <a:off x="4753693" y="4488760"/>
            <a:ext cx="3261420" cy="674724"/>
            <a:chOff x="5657874" y="3411183"/>
            <a:chExt cx="2381201" cy="3240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C4C554F-A467-9CA0-5070-0286DF9C1BCB}"/>
                </a:ext>
              </a:extLst>
            </p:cNvPr>
            <p:cNvSpPr/>
            <p:nvPr/>
          </p:nvSpPr>
          <p:spPr>
            <a:xfrm>
              <a:off x="5810249" y="3572985"/>
              <a:ext cx="2076451" cy="162000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Arc 42">
              <a:extLst>
                <a:ext uri="{FF2B5EF4-FFF2-40B4-BE49-F238E27FC236}">
                  <a16:creationId xmlns:a16="http://schemas.microsoft.com/office/drawing/2014/main" id="{5D8DFA16-8EF5-7CBD-E87B-908C0DD56243}"/>
                </a:ext>
              </a:extLst>
            </p:cNvPr>
            <p:cNvSpPr/>
            <p:nvPr/>
          </p:nvSpPr>
          <p:spPr>
            <a:xfrm flipV="1">
              <a:off x="7715075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Arc 45">
              <a:extLst>
                <a:ext uri="{FF2B5EF4-FFF2-40B4-BE49-F238E27FC236}">
                  <a16:creationId xmlns:a16="http://schemas.microsoft.com/office/drawing/2014/main" id="{25646237-DD6B-0F61-48BE-FB01F08D24E2}"/>
                </a:ext>
              </a:extLst>
            </p:cNvPr>
            <p:cNvSpPr/>
            <p:nvPr/>
          </p:nvSpPr>
          <p:spPr>
            <a:xfrm flipH="1" flipV="1">
              <a:off x="5657874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68A8738-7D6C-514D-0E13-AE46A08AACF5}"/>
              </a:ext>
            </a:extLst>
          </p:cNvPr>
          <p:cNvGrpSpPr/>
          <p:nvPr/>
        </p:nvGrpSpPr>
        <p:grpSpPr>
          <a:xfrm>
            <a:off x="8324774" y="4488760"/>
            <a:ext cx="3392097" cy="674724"/>
            <a:chOff x="5657874" y="3411183"/>
            <a:chExt cx="2381201" cy="324000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CE82CD69-ADFD-D899-46E4-14FC75C315E5}"/>
                </a:ext>
              </a:extLst>
            </p:cNvPr>
            <p:cNvSpPr/>
            <p:nvPr/>
          </p:nvSpPr>
          <p:spPr>
            <a:xfrm>
              <a:off x="5810249" y="3572985"/>
              <a:ext cx="2076451" cy="162000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Arc 59">
              <a:extLst>
                <a:ext uri="{FF2B5EF4-FFF2-40B4-BE49-F238E27FC236}">
                  <a16:creationId xmlns:a16="http://schemas.microsoft.com/office/drawing/2014/main" id="{2A6F917A-1454-CAF9-D36F-F244EC4DBBF4}"/>
                </a:ext>
              </a:extLst>
            </p:cNvPr>
            <p:cNvSpPr/>
            <p:nvPr/>
          </p:nvSpPr>
          <p:spPr>
            <a:xfrm flipV="1">
              <a:off x="7715075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Arc 60">
              <a:extLst>
                <a:ext uri="{FF2B5EF4-FFF2-40B4-BE49-F238E27FC236}">
                  <a16:creationId xmlns:a16="http://schemas.microsoft.com/office/drawing/2014/main" id="{418B3EC2-5583-07AD-365A-3E5A37AA5197}"/>
                </a:ext>
              </a:extLst>
            </p:cNvPr>
            <p:cNvSpPr/>
            <p:nvPr/>
          </p:nvSpPr>
          <p:spPr>
            <a:xfrm flipH="1" flipV="1">
              <a:off x="5657874" y="3411183"/>
              <a:ext cx="324000" cy="324000"/>
            </a:xfrm>
            <a:prstGeom prst="arc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73916764"/>
      </p:ext>
    </p:extLst>
  </p:cSld>
  <p:clrMapOvr>
    <a:masterClrMapping/>
  </p:clrMapOvr>
</p:sld>
</file>

<file path=ppt/theme/theme1.xml><?xml version="1.0" encoding="utf-8"?>
<a:theme xmlns:a="http://schemas.openxmlformats.org/drawingml/2006/main" name="UF Layou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Gentona Font">
      <a:majorFont>
        <a:latin typeface="Gentona TT"/>
        <a:ea typeface=""/>
        <a:cs typeface=""/>
      </a:majorFont>
      <a:minorFont>
        <a:latin typeface="Gentona 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ECE Layou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1009</TotalTime>
  <Words>70</Words>
  <Application>Microsoft Macintosh PowerPoint</Application>
  <PresentationFormat>Widescreen</PresentationFormat>
  <Paragraphs>36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Aptos Display</vt:lpstr>
      <vt:lpstr>Arial</vt:lpstr>
      <vt:lpstr>Cambria</vt:lpstr>
      <vt:lpstr>Gentona TT</vt:lpstr>
      <vt:lpstr>Wingdings</vt:lpstr>
      <vt:lpstr>UF Layout</vt:lpstr>
      <vt:lpstr>ECE Layout</vt:lpstr>
      <vt:lpstr>Transistor Cross Sections</vt:lpstr>
      <vt:lpstr>Silicon Wafer</vt:lpstr>
      <vt:lpstr>Thermal Oxidation (Wet)</vt:lpstr>
      <vt:lpstr>Mask 1: Active Areas</vt:lpstr>
      <vt:lpstr>BOE Etch</vt:lpstr>
      <vt:lpstr>Resist Strip</vt:lpstr>
      <vt:lpstr>Spin-on-Glass</vt:lpstr>
      <vt:lpstr>Thermal Diffusion</vt:lpstr>
      <vt:lpstr>Mask 2: Gate Oxide</vt:lpstr>
      <vt:lpstr>BOE Etch</vt:lpstr>
      <vt:lpstr>Resist Strip</vt:lpstr>
      <vt:lpstr>Thermal Oxidation (Dry)</vt:lpstr>
      <vt:lpstr>Mask 3: Contact Areas</vt:lpstr>
      <vt:lpstr>BOE Etch</vt:lpstr>
      <vt:lpstr>Resist Strip</vt:lpstr>
      <vt:lpstr>Mask 4: Metal</vt:lpstr>
      <vt:lpstr>Sputtering</vt:lpstr>
      <vt:lpstr>Liftoff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Fluker, Kenneth A.</dc:creator>
  <cp:lastModifiedBy>Fluker, Kenneth A.</cp:lastModifiedBy>
  <cp:revision>99</cp:revision>
  <dcterms:created xsi:type="dcterms:W3CDTF">2024-12-31T16:36:57Z</dcterms:created>
  <dcterms:modified xsi:type="dcterms:W3CDTF">2026-05-27T18:11:45Z</dcterms:modified>
</cp:coreProperties>
</file>