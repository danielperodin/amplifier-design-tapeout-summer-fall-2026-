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8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3ACA-D617-2198-056B-0FDBB8FB5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A1D526-3A52-F5A9-AAEB-EAE214DBD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41916-0508-F856-4BEA-15CB892D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A0A9F-BBA0-4A9D-AA80-F87A3E7B9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909A4-951B-B982-CD62-91F599AFD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8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90FF7-F778-3BCE-838B-39BAC962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46BA0-04E8-463A-EB86-689EF5C6E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3D64F-1197-8018-C016-D5FBB5D29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64748-9640-BFF3-6978-F1A517DE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673D2-3C4E-25AA-84D0-1805E9847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7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5A379-AF13-6435-E67B-1FD7954DB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0C44C-73E1-F6FE-5DFA-83CD58227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DB9E7-030D-CFF9-08FD-73B9E332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6A40F-63E2-B26C-E977-F2233B08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9C590-5B38-F25D-9639-F206A3AF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7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7557-68FF-11EC-9B14-F5653661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10B4F-45E0-8FBD-B368-56DF85677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39945-70A6-8DD3-E95D-6C27DFD00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AE976-683B-78F2-9DBD-C5C20BAB8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D7092-6E4B-AB0E-487B-F3C44631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893DE-9476-9F09-6987-4E306F21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4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10824-D201-0BB1-A12E-F2A1742BD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B213E-48AD-61C6-A747-0885B2A34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7922A-E8BC-7EA1-E9AC-722E97D8D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BC9B8-58EF-78CF-4E36-232E50F25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5C3A8-2F5E-78AA-E6F1-FA590EBAC2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8DD8AF-6F02-9C2D-D634-4E05DF1A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8DC3E1-B1E2-666C-4AB8-9717E9BD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518691-DA2C-2B4A-1777-3486D8AE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87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93682-7741-9161-F99C-7AC4BA006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0A6D4-22F8-7F10-3A53-2B03E2F2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5EF76-EDE5-2C13-129C-CD85A43C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C5E40-75E9-9C8D-B8F4-675553DC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0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B6A66E-963E-D9E7-558D-16D5ECC30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3819E-C6D7-7273-FBEF-65814BBE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B1873-3E36-B9D2-93DF-C0080D847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90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964F-7471-1FE8-B2C1-D3BDC90C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29970-F456-C25B-39AA-EFD9D8F5C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E0E13-B085-6288-18F3-396ECCAEB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5627-3C97-9F62-B82B-79158D25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632D4-6FBD-507D-F56B-754B8760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C3D52-C2D1-8500-1DEA-8BB43BAAB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49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DD299-6382-FA18-5215-B486A401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F991F-FDD3-CED9-0548-8F4F7A069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8ECE3-695C-F313-3666-EDB74FEEB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CE100-BE81-32A8-1446-89682D46D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EEAF4-F711-D58D-35D0-CE4B0D8D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36DCC-481F-B360-852E-6B7EB057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5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B2B7-1874-05D2-3F56-9A39B2F4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01F77-80FB-4A15-C794-11026178A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ACD1B-F18F-9D8A-00E8-2995BDCF6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00D0-F05F-2EB2-D15E-0053A611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CA2F-22AE-FAE7-66EE-120DAF2A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39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1F207C-0FE6-BD35-B14D-70A7AD988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69C51-02DF-ECC2-673D-95F5CA78C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350AF-EAC9-C708-9818-E7BB8758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823B3-7EB2-31C2-17B1-ABD7DABEA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26483-3405-0F92-4203-314F1686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1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2018B-0246-81AA-2524-E57605066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510BE-EF97-E646-C501-C7A4C0CAF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C7878-AF52-18B7-5478-43798B348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8EDC3-7399-450D-9AE3-40553D312FD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8A397-5782-78A9-7064-3B8DF78D5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8F36C-2CED-3FEC-9193-0BF390173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3418F-2B3E-4E33-A8B9-2926570D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20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165C-2714-1402-9BEA-07A9CDB98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71DE62-B825-B5FA-AD9B-48A816A525EC}"/>
              </a:ext>
            </a:extLst>
          </p:cNvPr>
          <p:cNvSpPr txBox="1"/>
          <p:nvPr/>
        </p:nvSpPr>
        <p:spPr>
          <a:xfrm>
            <a:off x="78827" y="68317"/>
            <a:ext cx="2622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Source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734E5F-7B12-6563-DA30-24AAC6B78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405" y="0"/>
            <a:ext cx="612119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072FA7-B2C9-09D5-080E-0DD57938CF4D}"/>
              </a:ext>
            </a:extLst>
          </p:cNvPr>
          <p:cNvSpPr txBox="1"/>
          <p:nvPr/>
        </p:nvSpPr>
        <p:spPr>
          <a:xfrm>
            <a:off x="3457904" y="362608"/>
            <a:ext cx="12875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Rset</a:t>
            </a:r>
            <a:endParaRPr lang="en-US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FBE6E-10BE-E383-84EB-6B3E97353CEC}"/>
              </a:ext>
            </a:extLst>
          </p:cNvPr>
          <p:cNvSpPr txBox="1"/>
          <p:nvPr/>
        </p:nvSpPr>
        <p:spPr>
          <a:xfrm>
            <a:off x="7869078" y="1776250"/>
            <a:ext cx="12875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VCS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DB281-EC16-80AF-7B3F-3D1A764B54A8}"/>
              </a:ext>
            </a:extLst>
          </p:cNvPr>
          <p:cNvSpPr txBox="1"/>
          <p:nvPr/>
        </p:nvSpPr>
        <p:spPr>
          <a:xfrm>
            <a:off x="4889395" y="5845313"/>
            <a:ext cx="12875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-V</a:t>
            </a:r>
          </a:p>
        </p:txBody>
      </p:sp>
    </p:spTree>
    <p:extLst>
      <p:ext uri="{BB962C8B-B14F-4D97-AF65-F5344CB8AC3E}">
        <p14:creationId xmlns:p14="http://schemas.microsoft.com/office/powerpoint/2010/main" val="10064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D2EB09-90DF-D646-47A9-E35C8D4A3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95" y="147613"/>
            <a:ext cx="4600609" cy="65627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8AE905-99D5-1C60-C5AB-F43FF87EA401}"/>
              </a:ext>
            </a:extLst>
          </p:cNvPr>
          <p:cNvSpPr txBox="1"/>
          <p:nvPr/>
        </p:nvSpPr>
        <p:spPr>
          <a:xfrm>
            <a:off x="78827" y="68317"/>
            <a:ext cx="2622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Source Amp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1991D-4713-9657-8F17-63DC2018D13A}"/>
              </a:ext>
            </a:extLst>
          </p:cNvPr>
          <p:cNvSpPr txBox="1"/>
          <p:nvPr/>
        </p:nvSpPr>
        <p:spPr>
          <a:xfrm>
            <a:off x="5452240" y="478221"/>
            <a:ext cx="12875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VDD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BFBD61-6F2E-9DBC-4492-CABE045A6374}"/>
              </a:ext>
            </a:extLst>
          </p:cNvPr>
          <p:cNvSpPr txBox="1"/>
          <p:nvPr/>
        </p:nvSpPr>
        <p:spPr>
          <a:xfrm>
            <a:off x="6947339" y="3294995"/>
            <a:ext cx="12875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Vout</a:t>
            </a:r>
            <a:endParaRPr lang="en-US" sz="4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B2A7B-5EB8-F719-BA33-9EB0C0851056}"/>
              </a:ext>
            </a:extLst>
          </p:cNvPr>
          <p:cNvSpPr txBox="1"/>
          <p:nvPr/>
        </p:nvSpPr>
        <p:spPr>
          <a:xfrm>
            <a:off x="4164723" y="4235671"/>
            <a:ext cx="12875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Vin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D79737-18F8-49BB-1B7B-71DB9FEDB47A}"/>
              </a:ext>
            </a:extLst>
          </p:cNvPr>
          <p:cNvSpPr txBox="1"/>
          <p:nvPr/>
        </p:nvSpPr>
        <p:spPr>
          <a:xfrm>
            <a:off x="6006662" y="5591504"/>
            <a:ext cx="12875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GND</a:t>
            </a:r>
          </a:p>
        </p:txBody>
      </p:sp>
    </p:spTree>
    <p:extLst>
      <p:ext uri="{BB962C8B-B14F-4D97-AF65-F5344CB8AC3E}">
        <p14:creationId xmlns:p14="http://schemas.microsoft.com/office/powerpoint/2010/main" val="42516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D8E79-458D-F1FF-12C1-571F43331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3E72D0-0DE8-40E3-CEBA-F946C4D7B1A2}"/>
              </a:ext>
            </a:extLst>
          </p:cNvPr>
          <p:cNvSpPr txBox="1"/>
          <p:nvPr/>
        </p:nvSpPr>
        <p:spPr>
          <a:xfrm>
            <a:off x="78826" y="68317"/>
            <a:ext cx="2806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Amp w/ Current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3B7EE3-CE20-3BCC-9829-FB03EA9C5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037" y="0"/>
            <a:ext cx="302392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E853CD-D217-B0DE-1571-070FB3996F4E}"/>
              </a:ext>
            </a:extLst>
          </p:cNvPr>
          <p:cNvSpPr txBox="1"/>
          <p:nvPr/>
        </p:nvSpPr>
        <p:spPr>
          <a:xfrm>
            <a:off x="6006663" y="136635"/>
            <a:ext cx="5570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+V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B009F-1BE6-3EFF-6979-55EE0C214E6C}"/>
              </a:ext>
            </a:extLst>
          </p:cNvPr>
          <p:cNvSpPr txBox="1"/>
          <p:nvPr/>
        </p:nvSpPr>
        <p:spPr>
          <a:xfrm>
            <a:off x="5538951" y="6244311"/>
            <a:ext cx="5570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-V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51B92-0CCB-C8ED-1A46-FE8EB89E4295}"/>
              </a:ext>
            </a:extLst>
          </p:cNvPr>
          <p:cNvSpPr txBox="1"/>
          <p:nvPr/>
        </p:nvSpPr>
        <p:spPr>
          <a:xfrm>
            <a:off x="5123794" y="2102070"/>
            <a:ext cx="90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BE2C8-B478-047A-3E4B-B3D5F68068EA}"/>
              </a:ext>
            </a:extLst>
          </p:cNvPr>
          <p:cNvSpPr txBox="1"/>
          <p:nvPr/>
        </p:nvSpPr>
        <p:spPr>
          <a:xfrm>
            <a:off x="6698818" y="2102070"/>
            <a:ext cx="90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9C4F1-27C3-2E48-470E-D4B9593EA8A3}"/>
              </a:ext>
            </a:extLst>
          </p:cNvPr>
          <p:cNvSpPr txBox="1"/>
          <p:nvPr/>
        </p:nvSpPr>
        <p:spPr>
          <a:xfrm>
            <a:off x="5186855" y="3135679"/>
            <a:ext cx="90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0CEB25-C35A-120C-8291-5138F2C20580}"/>
              </a:ext>
            </a:extLst>
          </p:cNvPr>
          <p:cNvSpPr txBox="1"/>
          <p:nvPr/>
        </p:nvSpPr>
        <p:spPr>
          <a:xfrm>
            <a:off x="6742387" y="3135679"/>
            <a:ext cx="90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823E4E-F050-785B-ABD9-928EBAE28DBE}"/>
              </a:ext>
            </a:extLst>
          </p:cNvPr>
          <p:cNvSpPr txBox="1"/>
          <p:nvPr/>
        </p:nvSpPr>
        <p:spPr>
          <a:xfrm>
            <a:off x="4966139" y="4079925"/>
            <a:ext cx="90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Rset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03408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8688E-BCD4-01C5-63A2-572C6D322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7DE491-2923-1CE0-CBB1-184B5992C4C9}"/>
              </a:ext>
            </a:extLst>
          </p:cNvPr>
          <p:cNvSpPr txBox="1"/>
          <p:nvPr/>
        </p:nvSpPr>
        <p:spPr>
          <a:xfrm>
            <a:off x="78826" y="68317"/>
            <a:ext cx="2806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Amp w/ Current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5982D-2A97-12DD-AB1A-A2399A32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095" y="0"/>
            <a:ext cx="422102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AEE49-EF7B-22CB-5D2F-EFE5125800E8}"/>
              </a:ext>
            </a:extLst>
          </p:cNvPr>
          <p:cNvSpPr txBox="1"/>
          <p:nvPr/>
        </p:nvSpPr>
        <p:spPr>
          <a:xfrm>
            <a:off x="6043450" y="252983"/>
            <a:ext cx="5570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+V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99EE1-EE3C-5E2F-6A57-C4D681739E58}"/>
              </a:ext>
            </a:extLst>
          </p:cNvPr>
          <p:cNvSpPr txBox="1"/>
          <p:nvPr/>
        </p:nvSpPr>
        <p:spPr>
          <a:xfrm>
            <a:off x="5799084" y="6181249"/>
            <a:ext cx="1340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Current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CA9324-3D87-D703-DF34-38FC1063D510}"/>
              </a:ext>
            </a:extLst>
          </p:cNvPr>
          <p:cNvSpPr txBox="1"/>
          <p:nvPr/>
        </p:nvSpPr>
        <p:spPr>
          <a:xfrm>
            <a:off x="4629809" y="3132084"/>
            <a:ext cx="9091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Out1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DCD99B-2258-1E6A-9CB9-67EC2986277C}"/>
              </a:ext>
            </a:extLst>
          </p:cNvPr>
          <p:cNvSpPr txBox="1"/>
          <p:nvPr/>
        </p:nvSpPr>
        <p:spPr>
          <a:xfrm>
            <a:off x="7139152" y="3132084"/>
            <a:ext cx="9091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Out2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A6F029-7B4D-E96A-E8A3-957C7F43B606}"/>
              </a:ext>
            </a:extLst>
          </p:cNvPr>
          <p:cNvSpPr txBox="1"/>
          <p:nvPr/>
        </p:nvSpPr>
        <p:spPr>
          <a:xfrm>
            <a:off x="4745423" y="4677104"/>
            <a:ext cx="9091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Vin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74A770-0F05-E36A-AB63-80C808155331}"/>
              </a:ext>
            </a:extLst>
          </p:cNvPr>
          <p:cNvSpPr txBox="1"/>
          <p:nvPr/>
        </p:nvSpPr>
        <p:spPr>
          <a:xfrm>
            <a:off x="7139152" y="4677104"/>
            <a:ext cx="9091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GND</a:t>
            </a:r>
          </a:p>
        </p:txBody>
      </p:sp>
    </p:spTree>
    <p:extLst>
      <p:ext uri="{BB962C8B-B14F-4D97-AF65-F5344CB8AC3E}">
        <p14:creationId xmlns:p14="http://schemas.microsoft.com/office/powerpoint/2010/main" val="1547633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39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PERODIN GARCIA</dc:creator>
  <cp:lastModifiedBy>Daniel PERODIN GARCIA</cp:lastModifiedBy>
  <cp:revision>1</cp:revision>
  <dcterms:created xsi:type="dcterms:W3CDTF">2026-08-28T16:24:05Z</dcterms:created>
  <dcterms:modified xsi:type="dcterms:W3CDTF">2026-08-28T16:44:18Z</dcterms:modified>
</cp:coreProperties>
</file>