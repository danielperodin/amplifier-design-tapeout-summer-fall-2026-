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74" r:id="rId4"/>
    <p:sldId id="276" r:id="rId5"/>
    <p:sldId id="275" r:id="rId6"/>
    <p:sldId id="277" r:id="rId7"/>
    <p:sldId id="278" r:id="rId8"/>
    <p:sldId id="279" r:id="rId9"/>
    <p:sldId id="280" r:id="rId10"/>
    <p:sldId id="282" r:id="rId11"/>
    <p:sldId id="281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015" autoAdjust="0"/>
    <p:restoredTop sz="94660"/>
  </p:normalViewPr>
  <p:slideViewPr>
    <p:cSldViewPr snapToGrid="0">
      <p:cViewPr varScale="1">
        <p:scale>
          <a:sx n="90" d="100"/>
          <a:sy n="90" d="100"/>
        </p:scale>
        <p:origin x="87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13T18:09:42.996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0 102 11375 0 0,'25'-3'3042'0'0,"-21"3"-2812"0"0,106-16 994 0 0,-74 10-261 0 0,74-4 1 0 0,-96 10-862 0 0,18 0 240 0 0,0-1 1 0 0,42-7-1 0 0,55-5 648 0 0,-88 11-682 0 0,60-11 0 0 0,-52 0-105 0 0,-34 7-126 0 0,31-5 0 0 0,-96 26 1376 0 0,-22 7-1287 0 0,49-14-123 0 0,1-1 1 0 0,-43 7-1 0 0,16-7 26 0 0,-77 22 1 0 0,116-26-64 0 0,-1 0 0 0 0,1-2 0 0 0,-1 1 0 0 0,0-1-1 0 0,0-1 1 0 0,1 1 0 0 0,-1-2 0 0 0,-14-2 0 0 0,15 1-18 0 0,19 2-62 0 0,6 0 32 0 0,11-4-1 0 0,32-9-1 0 0,-33 6 48 0 0,36-4-1 0 0,-46 10-6 0 0,-1 0 0 0 0,0 1 0 0 0,27 4-1 0 0,-7 4-6512 0 0,-28-5-403 0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13T18:09:54.705"/>
    </inkml:context>
    <inkml:brush xml:id="br0">
      <inkml:brushProperty name="width" value="0.2" units="cm"/>
      <inkml:brushProperty name="height" value="0.2" units="cm"/>
      <inkml:brushProperty name="color" value="#FFFFFF"/>
    </inkml:brush>
  </inkml:definitions>
  <inkml:trace contextRef="#ctx0" brushRef="#br0">1434 501 10591 0 0,'-95'-11'5284'0'0,"58"8"-4861"0"0,0 3 0 0 0,0 1 0 0 0,-72 12 0 0 0,71-8-364 0 0,1-2-1 0 0,-51-2 1 0 0,68-1-24 0 0,4 1 131 0 0,1 0-1 0 0,-23 4 1 0 0,71 0 366 0 0,0-4-546 0 0,47 9-1 0 0,-55-6 4 0 0,1 0 1 0 0,-1-2-1 0 0,46-2 0 0 0,-41-2 147 0 0,-1 0 0 0 0,33 4 0 0 0,-98-4 611 0 0,-53 2 0 0 0,51 2-541 0 0,-68-5 0 0 0,10-1 54 0 0,71 6-178 0 0,-38 7 0 0 0,-14 1-44 0 0,-147 14-38 0 0,222-23 10 0 0,0-1 0 0 0,0 0 0 0 0,0 1 0 0 0,0-1-1 0 0,0 0 1 0 0,0 0 0 0 0,0-1 0 0 0,0 1 0 0 0,0 0 0 0 0,0-1-1 0 0,0 1 1 0 0,-2-2 0 0 0,5 2 14 0 0,0-1 0 0 0,0 0-1 0 0,0 1 1 0 0,0-1 0 0 0,0 1 0 0 0,0-1-1 0 0,0 1 1 0 0,1-1 0 0 0,-1 1 0 0 0,0 0-1 0 0,2-1 1 0 0,-2 1 1 0 0,74-15-64 0 0,123-9 0 0 0,-174 21 58 0 0,27-7-1 0 0,-35 6-2 0 0,0 1 0 0 0,0 0 0 0 0,1 1 0 0 0,25 1 0 0 0,-146 16 595 0 0,71-9-638 0 0,-1-2 1 0 0,-65 0-1 0 0,58-2 48 0 0,-62 11 0 0 0,11 0 1 0 0,76-11 15 0 0,12-1-19 0 0,0 0 0 0 0,0-1 0 0 0,0 1 0 0 0,0-1-1 0 0,-8-1 1 0 0,34-5-18 0 0,-6 0 0 0 0,2 3 1 0 0,31-8-3 0 0,-44 10 3 0 0,-1-1 1 0 0,0 1-1 0 0,0-1 0 0 0,0 0 1 0 0,0 0-1 0 0,-1 0 0 0 0,1-1 1 0 0,6-5-1 0 0,-10 8 1 0 0,0 0 0 0 0,0 0 1 0 0,0 0-1 0 0,0 0 0 0 0,0 0 1 0 0,0 0-1 0 0,1 0 0 0 0,-1 0 1 0 0,0 0-1 0 0,0 0 0 0 0,0 0 0 0 0,0 0 1 0 0,0 0-1 0 0,0 0 0 0 0,0-1 1 0 0,0 1-1 0 0,0 0 0 0 0,0 0 1 0 0,0 0-1 0 0,0 0 0 0 0,0 0 0 0 0,0 0 1 0 0,0 0-1 0 0,0 0 0 0 0,0 0 1 0 0,0 0-1 0 0,0 0 0 0 0,0 0 1 0 0,0 0-1 0 0,0-1 0 0 0,0 1 1 0 0,0 0-1 0 0,0 0 0 0 0,0 0 0 0 0,0 0 1 0 0,0 0-1 0 0,0 0 0 0 0,0 0 1 0 0,0 0-1 0 0,0 0 0 0 0,0 0 1 0 0,0 0-1 0 0,0 0 0 0 0,0 0 0 0 0,-1 0 1 0 0,1 0-1 0 0,0-1 0 0 0,0 1 1 0 0,0 0-1 0 0,0 0 0 0 0,0 0 1 0 0,0 0-1 0 0,0 0 0 0 0,0 0 0 0 0,0 0 1 0 0,0 0-1 0 0,0 0 0 0 0,0 0 1 0 0,0 0-1 0 0,0 0 0 0 0,-1 0 1 0 0,1 0-1 0 0,0 0 0 0 0,0 0 0 0 0,-9 0 86 0 0,-9 3 27 0 0,-9 4-115 0 0,0 1 0 0 0,-43 19 0 0 0,61-22-9 0 0,-1 0-1 0 0,1 1 1 0 0,0 0-1 0 0,1 0 1 0 0,-1 1-1 0 0,1 0 1 0 0,0 0-1 0 0,1 1 1 0 0,0 0-1 0 0,-7 11 1 0 0,10-13-2 0 0,3-4 11 0 0,0 0 0 0 0,0 0 0 0 0,0 0 0 0 0,-1-1 0 0 0,1 1 0 0 0,0 0 0 0 0,-1-1 0 0 0,-2 3 0 0 0,8-27 224 0 0,9-44 383 0 0,0-7-342 0 0,-12 66-270 0 0,0 10-207 0 0,-3 13-43 0 0,-45 172-353 0 0,46-182 608 0 0,0 1 0 0 0,0-1 0 0 0,0 11 0 0 0,1-11 0 0 0,0-1 0 0 0,0 0 0 0 0,-1 0 0 0 0,1 1 0 0 0,-1-1 0 0 0,0 0 0 0 0,-1 0 0 0 0,-1 4 0 0 0,-2-47 696 0 0,5-13-417 0 0,11-74-1 0 0,-7 97-679 0 0,-3 20 941 0 0,-1 16-800 0 0,-2 17-157 0 0,-5-2 221 0 0,5-17 192 0 0,0-1-1 0 0,0 1 1 0 0,0-1 0 0 0,1 1 0 0 0,0 0-1 0 0,0 0 1 0 0,1 0 0 0 0,-1 0 0 0 0,1 0-1 0 0,0 7 1 0 0,0-21 127 0 0,-1-1-1 0 0,2 1 0 0 0,-1-1 1 0 0,1 1-1 0 0,1-1 0 0 0,-1 1 1 0 0,2-1-1 0 0,4-11 0 0 0,2-18-57 0 0,-7 25-55 0 0,-3 20-27 0 0,-1 6-116 0 0,0-1 1 0 0,-1 0-1 0 0,-1 0 1 0 0,-8 19-1 0 0,11-28 123 0 0,1-1 0 0 0,-1 0-1 0 0,0 1 1 0 0,0-1 0 0 0,1 0 0 0 0,-1 0-1 0 0,0 0 1 0 0,0 0 0 0 0,0 0 0 0 0,0 0-1 0 0,-1 0 1 0 0,1 0 0 0 0,0 0 0 0 0,0 0-1 0 0,0-1 1 0 0,-3 2 0 0 0,3-2 26 0 0,1 0 0 0 0,0 0 1 0 0,-1 0-1 0 0,1 0 0 0 0,-1 0 0 0 0,1 0 1 0 0,-1 0-1 0 0,1 0 0 0 0,0 0 0 0 0,-1 0 1 0 0,1 0-1 0 0,-1-1 0 0 0,1 1 0 0 0,0 0 1 0 0,-1 0-1 0 0,1 0 0 0 0,-1-1 0 0 0,1 1 1 0 0,0 0-1 0 0,-1 0 0 0 0,1-1 0 0 0,-8-14 297 0 0,8 14-312 0 0,-6-32 237 0 0,6 32-226 0 0,-1-1-1 0 0,1 0 1 0 0,0 1 0 0 0,0-1-1 0 0,1 0 1 0 0,-1 1-1 0 0,0-1 1 0 0,0 1 0 0 0,1-1-1 0 0,-1 0 1 0 0,1 1-1 0 0,0-1 1 0 0,-1 1 0 0 0,1-1-1 0 0,0 1 1 0 0,0 0 0 0 0,1-3-1 0 0,-1 4-13 0 0,-1 0 0 0 0,0 0-1 0 0,0 0 1 0 0,0-1 0 0 0,0 1-1 0 0,0 0 1 0 0,0 0 0 0 0,0 0-1 0 0,0 0 1 0 0,1 0 0 0 0,-1 0 0 0 0,0 0-1 0 0,0-1 1 0 0,0 1 0 0 0,0 0-1 0 0,0 0 1 0 0,1 0 0 0 0,-1 0-1 0 0,0 0 1 0 0,0 0 0 0 0,0 0 0 0 0,0 0-1 0 0,0 0 1 0 0,1 0 0 0 0,-1 0-1 0 0,0 0 1 0 0,0 0 0 0 0,0 0-1 0 0,0 0 1 0 0,1 0 0 0 0,-1 0 0 0 0,0 0-1 0 0,0 0 1 0 0,0 0 0 0 0,0 0-1 0 0,0 0 1 0 0,1 0 0 0 0,-1 1-1 0 0,0-1 1 0 0,0 0 0 0 0,0 0-1 0 0,0 0 1 0 0,0 0 0 0 0,0 0 0 0 0,1 0-1 0 0,-1 1 1 0 0,3 9-246 0 0,-3 13-205 0 0,-2-13 35 0 0,1-8 422 0 0,0 0 1 0 0,1 0-1 0 0,-1 0 0 0 0,1 0 0 0 0,0 0 0 0 0,-1 0 0 0 0,1 0 1 0 0,0 0-1 0 0,1 4 0 0 0,9-40 1013 0 0,-10 33-1022 0 0,0 0-1 0 0,0 0 1 0 0,1 0-1 0 0,-1 0 0 0 0,0 0 1 0 0,1 0-1 0 0,-1 0 1 0 0,1 0-1 0 0,-1 0 1 0 0,1 1-1 0 0,-1-1 1 0 0,2-1-1 0 0,-1 3-43 0 0,-5 6 26 0 0,2-4 18 0 0,0 1 0 0 0,0-1 0 0 0,-1 0 0 0 0,0 0-1 0 0,1 0 1 0 0,-6 3 0 0 0,7-5 3 0 0,-1 0 0 0 0,0 0-1 0 0,1 0 1 0 0,-1 0 0 0 0,0-1 0 0 0,1 1-1 0 0,-1-1 1 0 0,0 1 0 0 0,0-1 0 0 0,0 0-1 0 0,1 0 1 0 0,-1 0 0 0 0,0 0 0 0 0,0 0-1 0 0,-2 0 1 0 0,3 0 3 0 0,0 0-1 0 0,0 0 1 0 0,-1-1-1 0 0,1 1 1 0 0,0 0 0 0 0,0-1-1 0 0,0 1 1 0 0,0-1-1 0 0,0 1 1 0 0,-2-2-1 0 0,3 2 1 0 0,-1 0 0 0 0,1-1-1 0 0,0 1 1 0 0,0 0-1 0 0,-1 0 1 0 0,1-1-1 0 0,0 1 1 0 0,0 0 0 0 0,-1-1-1 0 0,1 1 1 0 0,0 0-1 0 0,0-1 1 0 0,0 1-1 0 0,0 0 1 0 0,0-1 0 0 0,0 1-1 0 0,0 0 1 0 0,0-1-1 0 0,0 1 1 0 0,0 0-1 0 0,0-1 1 0 0,0 1 0 0 0,0-1-1 0 0,0 0 1 0 0,1 0 0 0 0,-1 0 0 0 0,1 0 0 0 0,-1 0 0 0 0,1 0 0 0 0,0 0 0 0 0,-1 0 0 0 0,1 0 0 0 0,0 1 0 0 0,0-1 0 0 0,-1 0 0 0 0,1 1 0 0 0,0-1-1 0 0,0 0 1 0 0,0 1 0 0 0,0-1 0 0 0,0 1 0 0 0,0-1 0 0 0,0 1 0 0 0,2-1 0 0 0,4-3-37 0 0,-13 4 0 0 0,-12 5 36 0 0,10-2 0 0 0,1-1 0 0 0,-1 0 0 0 0,1 0 0 0 0,-1 0 0 0 0,0-1 0 0 0,-10 0 0 0 0,17-1 1 0 0,1 0-1 0 0,0 0 1 0 0,-1 0 0 0 0,1 0 0 0 0,-1 0-1 0 0,1 0 1 0 0,-1 0 0 0 0,1 0-1 0 0,0 0 1 0 0,-1-1 0 0 0,1 1-1 0 0,-1 0 1 0 0,1 0 0 0 0,0 0-1 0 0,-1 0 1 0 0,1-1 0 0 0,-1 1-1 0 0,1 0 1 0 0,0 0 0 0 0,-1-1 0 0 0,1 1-1 0 0,0 0 1 0 0,-1-1 0 0 0,1 1-1 0 0,0 0 1 0 0,0-1 0 0 0,-1 1-1 0 0,1 0 1 0 0,0-1 0 0 0,0 0-1 0 0,0 1 3 0 0,0-1 0 0 0,0 0 0 0 0,0 1 0 0 0,1-1 0 0 0,-1 0 0 0 0,0 1 0 0 0,0-1 0 0 0,1 0 0 0 0,-1 1 0 0 0,1-1 0 0 0,-1 1-1 0 0,1-1 1 0 0,-1 0 0 0 0,0 1 0 0 0,2-1 0 0 0,1-2 8 0 0,0 0 1 0 0,0 1-1 0 0,1 0 0 0 0,-1 0 1 0 0,6-3-1 0 0,6 2-79 0 0,-14 3 65 0 0,0 0 0 0 0,-1 0 0 0 0,1 0 0 0 0,-1 0 0 0 0,1 0 0 0 0,0 0 0 0 0,-1 0 0 0 0,1 0 1 0 0,-1 0-1 0 0,1 0 0 0 0,-1 0 0 0 0,1 1 0 0 0,0-1 0 0 0,-1 0 0 0 0,1 0 0 0 0,-1 1 0 0 0,1-1 0 0 0,-1 0 0 0 0,1 0 0 0 0,-1 1 0 0 0,1-1 0 0 0,0 1 0 0 0,-3 1-17 0 0,0-1-1 0 0,1 1 1 0 0,-1-1-1 0 0,0 1 1 0 0,0-1-1 0 0,0 0 1 0 0,0 0 0 0 0,-2 1-1 0 0,-2 1 30 0 0,2 0 6 0 0,1-1 1 0 0,-1-1-1 0 0,1 1 0 0 0,-1 0 0 0 0,0-1 1 0 0,1 0-1 0 0,-1 0 0 0 0,0 0 0 0 0,0 0 1 0 0,0-1-1 0 0,-7 1 0 0 0,11-1-14 0 0,-1 0-1 0 0,1 0 1 0 0,0 0 0 0 0,0 0-1 0 0,0-1 1 0 0,-1 1 0 0 0,1 0-1 0 0,0 0 1 0 0,0 0-1 0 0,0 0 1 0 0,-1-1 0 0 0,1 1-1 0 0,0 0 1 0 0,0 0 0 0 0,0 0-1 0 0,0-1 1 0 0,0 1-1 0 0,-1 0 1 0 0,1 0 0 0 0,0-1-1 0 0,0 1 1 0 0,0 0 0 0 0,0 0-1 0 0,0-1 1 0 0,0 1-1 0 0,0 0 1 0 0,0 0 0 0 0,0-1-1 0 0,0 1 1 0 0,0 0 0 0 0,0 0-1 0 0,0-1 1 0 0,0 1-1 0 0,0 0 1 0 0,0 0 0 0 0,0 0-1 0 0,0-1 1 0 0,1 1 0 0 0,-1 0-1 0 0,0 0 1 0 0,0-1-1 0 0,0 1 1 0 0,0 0 0 0 0,0 0-1 0 0,1 0 1 0 0,-1-1 0 0 0,0 1-1 0 0,0 0 1 0 0,0 0-1 0 0,1 0 1 0 0,-1-1 1 0 0,1 0 0 0 0,0 1 0 0 0,-1-1 0 0 0,1 0 0 0 0,-1 1-1 0 0,1-1 1 0 0,0 1 0 0 0,0-1 0 0 0,-1 1 0 0 0,1-1 0 0 0,0 1 0 0 0,0-1 0 0 0,0 1-1 0 0,-1 0 1 0 0,1 0 0 0 0,1-1 0 0 0,-1 1-2 0 0,-10 4-60 0 0,-5 4 56 0 0,0-1 0 0 0,-25 9 0 0 0,44-18-14 0 0,-4 2 11 0 0,0-1 1 0 0,0 1-1 0 0,0 0 0 0 0,0-1 1 0 0,0 1-1 0 0,-1 0 0 0 0,1 0 1 0 0,0 0-1 0 0,0 0 1 0 0,0 0-1 0 0,0 0 0 0 0,0 0 1 0 0,0 0-1 0 0,0 0 1 0 0,0 0-1 0 0,0 0 0 0 0,-1 0 1 0 0,3 1-1 0 0,-3-1 7 0 0,0 0 0 0 0,0 0 0 0 0,0 1 0 0 0,0-1 0 0 0,1 0 0 0 0,-1 0 0 0 0,0 0 0 0 0,0 0 0 0 0,0 0 0 0 0,0 1 0 0 0,0-1 0 0 0,0 0 0 0 0,1 0 0 0 0,-1 0 0 0 0,0 0 0 0 0,0 1 0 0 0,0-1 0 0 0,0 0 0 0 0,0 0 0 0 0,0 0 0 0 0,0 1 0 0 0,0-1 0 0 0,0 0 0 0 0,0 0 0 0 0,0 0 0 0 0,0 1 0 0 0,0-1 0 0 0,0 0 0 0 0,0 0 0 0 0,0 0 0 0 0,0 0 0 0 0,0 1 0 0 0,0-1 0 0 0,0 0 0 0 0,0 0 0 0 0,0 0 0 0 0,-1 1 0 0 0,1-1 0 0 0,0 0 0 0 0,0 0 0 0 0,0 0 0 0 0,0 0 0 0 0,0 0 0 0 0,0 1 0 0 0,-1-1 0 0 0,1 0 0 0 0,0 0 0 0 0,-9 10 0 0 0,6-7 0 0 0,12-8 0 0 0,-3 2-9 0 0,0 0 1 0 0,0 0-1 0 0,0 0 0 0 0,11-2 0 0 0,12-6-19 0 0,-91 31 28 0 0,57-18 0 0 0,-1 0 0 0 0,1-1 0 0 0,-1 1 0 0 0,1-1 0 0 0,-1-1 0 0 0,-8 1 0 0 0,21-2-20 0 0,0 0-1 0 0,0-1 0 0 0,0 0 1 0 0,0 0-1 0 0,-1 0 1 0 0,12-7-1 0 0,16-5-43 0 0,-16 10 64 0 0,0 0 0 0 0,0 1 0 0 0,23 0 0 0 0,-16 1 0 0 0,23-5 0 0 0,-28 2 65 0 0,27-11-1 0 0,15-4 199 0 0,143-22-63 0 0,-56 28-186 0 0,-36 5 175 0 0,-88 6-98 0 0,204-15 227 0 0,33-4-48 0 0,-71 1-85 0 0,-15 0 179 0 0,27-1-462 0 0,5 20 165 0 0,-207 1-23 0 0,-4 0 72 0 0,-13-2 236 0 0,-23-4 160 0 0,20 7-520 0 0,0 0 0 0 0,-1 1 0 0 0,-28 6 0 0 0,-56 18-41 0 0,61-14 42 0 0,-133 42-26 0 0,8-1 2 0 0,103-35 31 0 0,31-6 0 0 0,0-3 0 0 0,0 0 0 0 0,-1-2 0 0 0,-48 1 0 0 0,72-7-8 0 0,17 0-12 0 0,19 0-33 0 0,24 2-43 0 0,-1-3 1 0 0,63-7-1 0 0,34-5 96 0 0,-12 2 0 0 0,66-6 49 0 0,-118 11-7 0 0,609-15 131 0 0,-676 21-168 0 0,75-3-17 0 0,-78 2 25 0 0,1 0 1 0 0,-1-1 0 0 0,1-1-1 0 0,-1 0 1 0 0,16-6 0 0 0,-27 9-1 0 0,1 0-1 0 0,-1 0 1 0 0,1-1 0 0 0,0 1 0 0 0,-1 0-1 0 0,1-1 1 0 0,0 1 0 0 0,-1 0 0 0 0,1-1 0 0 0,-1 1-1 0 0,1-1 1 0 0,-1 1 0 0 0,1-1 0 0 0,-1 1 0 0 0,1-1-1 0 0,-1 1 1 0 0,0-1 0 0 0,1 1 0 0 0,-1-1 0 0 0,0 0-1 0 0,1 1 1 0 0,-1-1 0 0 0,0 0 0 0 0,0 1 0 0 0,1-1-1 0 0,-1 0 1 0 0,0 1 0 0 0,0-1 0 0 0,0-1-1 0 0,-1 1 22 0 0,1-1 0 0 0,0 1 0 0 0,-1 0 0 0 0,0-1 0 0 0,1 1-1 0 0,-1 0 1 0 0,0-1 0 0 0,0 1 0 0 0,0 0 0 0 0,0 0-1 0 0,0 0 1 0 0,0 0 0 0 0,-1-1 0 0 0,-5-3 34 0 0,1-1 0 0 0,-1 2 0 0 0,0-1 0 0 0,-8-3 0 0 0,0 2-69 0 0,-1 0 0 0 0,0 1 0 0 0,0 0 0 0 0,0 1 0 0 0,-20-2 0 0 0,-2 2 45 0 0,-43 2 1 0 0,-258 15-96 0 0,250-6 148 0 0,-116 14-122 0 0,56 8-393 0 0,-16 2 484 0 0,154-31-133 0 0,14-2 11 0 0,18-4-46 0 0,71-13-16 0 0,-27 4 96 0 0,285-44-85 0 0,-79 30 312 0 0,-194 22-193 0 0,97-3-13 0 0,-44 6-30 0 0,23 2-10 0 0,-14-1 63 0 0,-10 1 16 0 0,10-3-35 0 0,2 0-18 0 0,-100 5 15 0 0,59-8 0 0 0,8 0 0 0 0,-94 8 16 0 0,-1 0 0 0 0,1-1 0 0 0,-1-1 0 0 0,1 0 0 0 0,-1 0 0 0 0,0-1 0 0 0,13-6 0 0 0,-22 8 1 0 0,-3 1-2 0 0,1-1 0 0 0,-1 1 1 0 0,1-1-1 0 0,-1 1 0 0 0,0-1 1 0 0,1 1-1 0 0,-1-1 0 0 0,0 0 1 0 0,1 0-1 0 0,-1 0 0 0 0,0 1 1 0 0,0-1-1 0 0,0 0 0 0 0,2-2 1 0 0,-6 1 2 0 0,0 1 0 0 0,0 0 0 0 0,1-1-1 0 0,-1 1 1 0 0,0 1 0 0 0,0-1 0 0 0,0 0 0 0 0,-3 0 0 0 0,-24-2-50 0 0,0 2-1 0 0,0 1 1 0 0,-47 5-1 0 0,55-3 22 0 0,-138 17-93 0 0,72-7 69 0 0,-19 6 35 0 0,-15 1 0 0 0,-115 20-68 0 0,158-24 67 0 0,-159 41-95 0 0,148-33 69 0 0,50-13 23 0 0,-24 7-26 0 0,-106 13 0 0 0,362-59-143 0 0,-31 4 50 0 0,-34 7 178 0 0,115-12 67 0 0,308 5-43 0 0,286 7-287 0 0,-732 15 272 0 0,221-6-216 0 0,-271 7 156 0 0,98-7 57 0 0,-50-1 91 0 0,-68 8-70 0 0,0-1 0 0 0,0-2-1 0 0,57-15 1 0 0,-91 20-82 0 0,0 0 0 0 0,0 0 0 0 0,0 0 0 0 0,0 0-1 0 0,0 0 1 0 0,-1 0 0 0 0,1 0 0 0 0,0 0 0 0 0,0 0 0 0 0,0 0 0 0 0,0 0-1 0 0,0 0 1 0 0,0 0 0 0 0,0-1 0 0 0,0 1 0 0 0,0 0 0 0 0,0 0 0 0 0,0 0 0 0 0,0 0-1 0 0,0 0 1 0 0,0 0 0 0 0,0 0 0 0 0,0 0 0 0 0,0 0 0 0 0,0 0 0 0 0,0 0-1 0 0,0 0 1 0 0,0-1 0 0 0,0 1 0 0 0,0 0 0 0 0,0 0 0 0 0,0 0 0 0 0,0 0 0 0 0,0 0-1 0 0,0 0 1 0 0,0 0 0 0 0,0 0 0 0 0,0 0 0 0 0,0 0 0 0 0,0 0 0 0 0,0-1-1 0 0,0 1 1 0 0,0 0 0 0 0,0 0 0 0 0,0 0 0 0 0,0 0 0 0 0,0 0 0 0 0,0 0 0 0 0,0 0-1 0 0,0 0 1 0 0,0 0 0 0 0,1 0 0 0 0,-1 0 0 0 0,0 0 0 0 0,0 0 0 0 0,0 0 0 0 0,0 0-1 0 0,0 0 1 0 0,0 0 0 0 0,0 0 0 0 0,0 0 0 0 0,0 0 0 0 0,0 0 0 0 0,1 0-1 0 0,-13-4-19 0 0,-14-1-26 0 0,-44 1-19 0 0,-133 8 0 0 0,-168 30-269 0 0,-182 34 398 0 0,388-51-154 0 0,-191-6-1 0 0,353-11 91 0 0,0 0 0 0 0,1 0 0 0 0,-1 0 0 0 0,0 0 0 0 0,1-1 0 0 0,-1 1 0 0 0,0-1 0 0 0,1 1 0 0 0,-1-1 0 0 0,1 0 0 0 0,-1 0 0 0 0,-2-1 0 0 0,5 1 0 0 0,0 1-1 0 0,0 0 0 0 0,0 0 1 0 0,0-1-1 0 0,0 1 1 0 0,0 0-1 0 0,0-1 1 0 0,0 1-1 0 0,0 0 0 0 0,1-1 1 0 0,-1 1-1 0 0,0 0 1 0 0,0 0-1 0 0,0-1 1 0 0,0 1-1 0 0,1 0 0 0 0,-1 0 1 0 0,0-1-1 0 0,0 1 1 0 0,1 0-1 0 0,-1 0 1 0 0,0 0-1 0 0,0 0 0 0 0,1-1 1 0 0,-1 1-1 0 0,0 0 1 0 0,1 0-1 0 0,-1 0 1 0 0,0 0-1 0 0,0 0 1 0 0,1 0-1 0 0,0 0 0 0 0,10-5-33 0 0,47-12-19 0 0,63-11 0 0 0,62-1-51 0 0,-165 26 103 0 0,191-20 1 0 0,-133 15 0 0 0,185-10 0 0 0,85 0 80 0 0,225 22 40 0 0,-503 0-83 0 0,47-2 65 0 0,-104-4 28 0 0,-14-1 106 0 0,-21-3 103 0 0,18 4-391 0 0,-44-10 52 0 0,-83-9 0 0 0,-54 7 0 0 0,164 13 0 0 0,-426-10-120 0 0,1 45-104 0 0,113 17 0 0 0,324-50 226 0 0,7-1-4 0 0,1 0-1 0 0,-1 1 1 0 0,0 0 0 0 0,0-1 0 0 0,0 1 0 0 0,1 1-1 0 0,-8 2 1 0 0,39-5-233 0 0,-18 2 169 0 0,292-13-17 0 0,-48-6 155 0 0,-148 13-20 0 0,-61 5-14 0 0,47-8 0 0 0,462-38 204 0 0,-462 41-228 0 0,811-16-14 0 0,-843 22 12 0 0,234-2 136 0 0,-282 1-149 0 0,-7 0 3 0 0,0 0 0 0 0,0-1 0 0 0,0 1-1 0 0,0-1 1 0 0,0 0 0 0 0,9-3 0 0 0,-34-4-38 0 0,5 3 16 0 0,0 1 1 0 0,-1 0-1 0 0,0 1 1 0 0,1 0-1 0 0,-22 1 0 0 0,-81 3-132 0 0,105 0 146 0 0,-336 24-150 0 0,45-3 44 0 0,237-16 148 0 0,37-3 2 0 0,0 0 0 0 0,-38-3-1 0 0,68 0-37 0 0,0 0 0 0 0,0 0 0 0 0,0-1 0 0 0,0 1 0 0 0,0 0 1 0 0,0 0-1 0 0,0 0 0 0 0,0 0 0 0 0,0 0 0 0 0,0 0 0 0 0,0 0 0 0 0,0 0 0 0 0,0 0 0 0 0,0 0 0 0 0,0 0 0 0 0,0 0 0 0 0,0 0 0 0 0,0 0 0 0 0,0 0 0 0 0,0 0 0 0 0,0 0 0 0 0,0-1 0 0 0,0 1 0 0 0,0 0 0 0 0,0 0 0 0 0,0 0 0 0 0,0 0 0 0 0,0 0 0 0 0,0 0 0 0 0,0 0 0 0 0,0 0 0 0 0,0 0 0 0 0,0 0 0 0 0,0 0 0 0 0,0 0 0 0 0,0 0 0 0 0,0 0 0 0 0,0 0 0 0 0,0 0 0 0 0,0 0 0 0 0,-1 0 0 0 0,13-4-19 0 0,15-1-16 0 0,278-24 35 0 0,-65 11 57 0 0,-176 14-50 0 0,382-17 41 0 0,-226 12-32 0 0,56-8 48 0 0,-195 11-64 0 0,95-3 0 0 0,-121 7 64 0 0,-84 7-128 0 0,-54-4 20 0 0,-43 3-40 0 0,-39 4 84 0 0,-29 4 0 0 0,193-11 0 0 0,-14 2 3 0 0,15 1-6 0 0,8 2-8 0 0,3 3-119 0 0,-11-9 128 0 0,0 0 0 0 0,1 0 0 0 0,-1 1 0 0 0,0-1-1 0 0,1 0 1 0 0,-1 1 0 0 0,0-1 0 0 0,1 0 0 0 0,-1 0-1 0 0,0 1 1 0 0,0-1 0 0 0,0 1 0 0 0,1-1-1 0 0,-1 0 1 0 0,0 1 0 0 0,0-1 0 0 0,0 0 0 0 0,0 1-1 0 0,0-1 1 0 0,0 1 0 0 0,1-1 0 0 0,-1 0 0 0 0,0 1-1 0 0,0-1 1 0 0,0 1 0 0 0,0-1 0 0 0,-1 1-1 0 0,1-1 1 0 0,0 0 0 0 0,0 1 0 0 0,0-1 0 0 0,0 1-1 0 0,-1 0 1 0 0,-1 1-21 0 0,0 0-1 0 0,-1 1 1 0 0,1-1-1 0 0,-1 0 1 0 0,0 0 0 0 0,0 0-1 0 0,0-1 1 0 0,0 1-1 0 0,0-1 1 0 0,0 1-1 0 0,0-1 1 0 0,-1 0 0 0 0,-4 1-1 0 0,-39-7-1421 0 0,27 5 618 0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13T18:10:15.530"/>
    </inkml:context>
    <inkml:brush xml:id="br0">
      <inkml:brushProperty name="width" value="0.2" units="cm"/>
      <inkml:brushProperty name="height" value="0.2" units="cm"/>
      <inkml:brushProperty name="color" value="#FFFFFF"/>
    </inkml:brush>
  </inkml:definitions>
  <inkml:trace contextRef="#ctx0" brushRef="#br0">662 43 3223 0 0,'3'-40'9363'0'0,"-4"37"-8828"0"0,0 3-487 0 0,1 0 1 0 0,0 0-1 0 0,-1 0 0 0 0,1 0 1 0 0,0 0-1 0 0,0 0 1 0 0,-1 0-1 0 0,1 0 1 0 0,0 0-1 0 0,-1 0 0 0 0,1 0 1 0 0,0 0-1 0 0,-1 0 1 0 0,1 1-1 0 0,0-1 1 0 0,0 0-1 0 0,-1 0 0 0 0,1 0 1 0 0,0 0-1 0 0,-1 1 243 0 0,0 0-243 0 0,1-1 1 0 0,0 0-1 0 0,0 0 1 0 0,0 1-1 0 0,0-1 1 0 0,-1 0-1 0 0,1 0 0 0 0,0 1 1 0 0,0 0-1 0 0,-7 10 318 0 0,-7 21-210 0 0,-11 36 1 0 0,13-35-212 0 0,-16 35 0 0 0,-9-3 417 0 0,22-41-56 0 0,-16 38 0 0 0,30-60-290 0 0,-5 13 130 0 0,-1 0 1 0 0,0 0 0 0 0,-1 0 0 0 0,-11 14 0 0 0,17-27-93 0 0,0 0 1 0 0,1 0 0 0 0,-1 0-1 0 0,1 1 1 0 0,-1-1 0 0 0,1 1-1 0 0,0-1 1 0 0,0 1 0 0 0,0 0-1 0 0,0-1 1 0 0,0 1 0 0 0,0 4-1 0 0,2-9 39 0 0,0-1 1 0 0,0 1-1 0 0,0 1 0 0 0,0-1 0 0 0,0 0 1 0 0,1 0-1 0 0,-1 0 0 0 0,3-2 0 0 0,2-3 48 0 0,20-30 295 0 0,18-27-106 0 0,-31 42-317 0 0,-2 2 53 0 0,25-32 1 0 0,-31 47-77 0 0,-3 5 30 0 0,-3 13 83 0 0,-10 24 103 0 0,10-32-202 0 0,-5 14 28 0 0,-1 1-1 0 0,0-1 1 0 0,-2-1 0 0 0,0 0-1 0 0,-1 0 1 0 0,0-1 0 0 0,-2 0-1 0 0,-14 17 1 0 0,10-16 82 0 0,1 0 0 0 0,1 1 0 0 0,-16 27 0 0 0,28-38-20 0 0,1-6-75 0 0,1-1 0 0 0,-1 1 0 0 0,1 0 1 0 0,-1-1-1 0 0,0 1 0 0 0,0 0 0 0 0,0-1 0 0 0,0 1 0 0 0,0-1 0 0 0,-1 2 0 0 0,2-4 1 0 0,-1-1-1 0 0,1 1 1 0 0,0-1 0 0 0,-1 1-1 0 0,1-1 1 0 0,0 1-1 0 0,0 0 1 0 0,0-1 0 0 0,0 1-1 0 0,1-1 1 0 0,-1 1-1 0 0,1-3 1 0 0,-1 3 9 0 0,1-6 4 0 0,1 0 0 0 0,0 0-1 0 0,0 0 1 0 0,1 0 0 0 0,0 1-1 0 0,5-10 1 0 0,2 0 63 0 0,15-19-1 0 0,10-7-73 0 0,18-24 20 0 0,-48 58-42 0 0,-4 6 0 0 0,1-1 0 0 0,-1 1 0 0 0,1-1 0 0 0,0 1 0 0 0,0 0 0 0 0,2-2 0 0 0,-11 30 0 0 0,0-9 36 0 0,-1-1 0 0 0,-1 0 0 0 0,0-1-1 0 0,-1 0 1 0 0,-15 18 0 0 0,11-15 10 0 0,1 0 1 0 0,1 0-1 0 0,-10 20 0 0 0,13-17 62 0 0,1-1 0 0 0,1 1 0 0 0,-8 36 0 0 0,12-51-52 0 0,3-12 76 0 0,13-35 104 0 0,-2 8-147 0 0,15-35 0 0 0,-21 57-92 0 0,1 0 0 0 0,0 0 0 0 0,1 1-1 0 0,0 0 1 0 0,1 0 0 0 0,16-16 0 0 0,-10 12-17 0 0,-2 2 0 0 0,19-14 0 0 0,-28 26 20 0 0,-4 5 0 0 0,-5 7 0 0 0,-39 40 16 0 0,29-37-6 0 0,2 2-1 0 0,0 0 1 0 0,1 0 0 0 0,-18 31-1 0 0,28-42-8 0 0,-41 89 126 0 0,60-143 36 0 0,-9 22-155 0 0,2 0 1 0 0,16-33 0 0 0,-21 52-22 0 0,-1 1 1 0 0,1-1-1 0 0,0 1 0 0 0,0 0 0 0 0,1 1 0 0 0,0-1 0 0 0,0 1 0 0 0,0 0 0 0 0,0 0 1 0 0,1 0-1 0 0,0 1 0 0 0,0 0 0 0 0,0 0 0 0 0,9-4 0 0 0,-15 8 13 0 0,0 0-1 0 0,0 0 1 0 0,0 0 0 0 0,0 0-1 0 0,0 1 1 0 0,0-1-1 0 0,0 0 1 0 0,0 0 0 0 0,0 0-1 0 0,0 0 1 0 0,0 0 0 0 0,0 0-1 0 0,0 0 1 0 0,0 0-1 0 0,0 0 1 0 0,0 0 0 0 0,0 0-1 0 0,0 0 1 0 0,0 0 0 0 0,0 0-1 0 0,0 0 1 0 0,0 1-1 0 0,0-1 1 0 0,0 0 0 0 0,0 0-1 0 0,0 0 1 0 0,0 0 0 0 0,0 0-1 0 0,0 0 1 0 0,0 0-1 0 0,0 0 1 0 0,0 0 0 0 0,0 0-1 0 0,0 0 1 0 0,0 0 0 0 0,0 0-1 0 0,0 0 1 0 0,0 0-1 0 0,0 0 1 0 0,0 0 0 0 0,0 0-1 0 0,0 0 1 0 0,1 0-1 0 0,-1 0 1 0 0,0 0 0 0 0,0 1-1 0 0,0-1 1 0 0,0 0 0 0 0,0 0-1 0 0,0 0 1 0 0,0 0-1 0 0,0 0 1 0 0,0 0 0 0 0,0 0-1 0 0,0 0 1 0 0,0 0 0 0 0,0 0-1 0 0,-6 9-24 0 0,-11 9-4 0 0,3-3 38 0 0,0 1 0 0 0,1 0 0 0 0,1 1-1 0 0,1 0 1 0 0,0 1 0 0 0,1 0 0 0 0,1 1 0 0 0,1 0-1 0 0,-9 30 1 0 0,16-44 26 0 0,0-3-17 0 0,0 0-1 0 0,0 1 1 0 0,1-1 0 0 0,-1 0-1 0 0,1 1 1 0 0,0-1-1 0 0,0 3 1 0 0,12-23-105 0 0,20-58-160 0 0,4-7 113 0 0,-30 73 116 0 0,0 0 0 0 0,0 0 0 0 0,1 1 0 0 0,0 0 0 0 0,1 0 0 0 0,8-7-1 0 0,0 1-39 0 0,-15 14 61 0 0,-2 2 3 0 0,-9 8 2 0 0,-5 4-20 0 0,1 2-1 0 0,0 0 1 0 0,1 0-1 0 0,1 1 1 0 0,0 1-1 0 0,1 0 1 0 0,-14 30-1 0 0,16-27 34 0 0,1 0 1 0 0,-10 38-1 0 0,33-84 27 0 0,0-10-178 0 0,18-37 0 0 0,-26 61 96 0 0,0 1 1 0 0,0-1-1 0 0,1 1 0 0 0,1 1 1 0 0,0-1-1 0 0,17-15 0 0 0,-44 46 83 0 0,2 1 0 0 0,0 0 0 0 0,1 1 0 0 0,-22 42 0 0 0,-30 73 402 0 0,65-133-414 0 0,0-1-2 0 0,1 0-1 0 0,-1-1 1 0 0,1 1-1 0 0,0 0 1 0 0,0 0-1 0 0,0 0 1 0 0,0 0-1 0 0,0 0 1 0 0,1 0-1 0 0,-1 0 0 0 0,1 0 1 0 0,0 3-1 0 0,1-6-56 0 0,1-1 0 0 0,-1 0 0 0 0,1 0 0 0 0,-1 1 0 0 0,0-1 0 0 0,1 0-1 0 0,-1 0 1 0 0,0-1 0 0 0,0 1 0 0 0,0 0 0 0 0,0 0 0 0 0,2-2 0 0 0,-1 0-41 0 0,23-29-242 0 0,-20 25 232 0 0,-1 1 0 0 0,2-1 0 0 0,-1 1-1 0 0,9-8 1 0 0,-15 15 73 0 0,1-1 0 0 0,0 0 1 0 0,0 0-1 0 0,0 0 0 0 0,0 0 0 0 0,0 0 0 0 0,0 0 0 0 0,0 0 0 0 0,0 0 1 0 0,0 0-1 0 0,0 0 0 0 0,0 0 0 0 0,0 0 0 0 0,0 0 0 0 0,0 0 1 0 0,0 0-1 0 0,0 1 0 0 0,0-1 0 0 0,1 0 0 0 0,-1 0 0 0 0,0 0 0 0 0,0 0 1 0 0,0 0-1 0 0,0 0 0 0 0,0 0 0 0 0,0 0 0 0 0,0 0 0 0 0,0 0 0 0 0,0 0 1 0 0,0 0-1 0 0,0 0 0 0 0,0 0 0 0 0,0 0 0 0 0,0 0 0 0 0,0 0 1 0 0,0 0-1 0 0,0 0 0 0 0,0 0 0 0 0,0 0 0 0 0,0 0 0 0 0,0 0 0 0 0,1 0 1 0 0,-1 0-1 0 0,0 0 0 0 0,0 0 0 0 0,0 0 0 0 0,0 0 0 0 0,0 0 0 0 0,0 0 1 0 0,0 0-1 0 0,0 0 0 0 0,0 0 0 0 0,0 0 0 0 0,0 0 0 0 0,0 0 0 0 0,0 0 1 0 0,0 0-1 0 0,0 0 0 0 0,0 0 0 0 0,1 0 0 0 0,-1 0 0 0 0,0 0 1 0 0,0 0-1 0 0,0 0 0 0 0,0 0 0 0 0,0 0 0 0 0,-2 9 22 0 0,-4 8 10 0 0,2-10 25 0 0,3-5-48 0 0,0 0-1 0 0,0 0 1 0 0,0 0-1 0 0,0-1 1 0 0,0 1-1 0 0,0 0 1 0 0,1 0-1 0 0,-1 0 1 0 0,1 1 0 0 0,-1-1-1 0 0,1 0 1 0 0,0 4-1 0 0,0-6-10 0 0,0 0-1 0 0,0 0 1 0 0,1 0-1 0 0,-1 0 1 0 0,0 0 0 0 0,0 0-1 0 0,0 0 1 0 0,1 0-1 0 0,-1 0 1 0 0,0 0-1 0 0,0 0 1 0 0,0 0-1 0 0,1-1 1 0 0,-1 1 0 0 0,0 0-1 0 0,0 0 1 0 0,0 0-1 0 0,1 0 1 0 0,-1 0-1 0 0,0 0 1 0 0,0-1-1 0 0,0 1 1 0 0,0 0 0 0 0,0 0-1 0 0,0 0 1 0 0,1 0-1 0 0,-1-1 1 0 0,0 1-1 0 0,0 0 1 0 0,0 0 0 0 0,0 0-1 0 0,0-1 1 0 0,0 1-1 0 0,0 0 1 0 0,0 0-1 0 0,0 0 1 0 0,0-1-1 0 0,0 1 1 0 0,0 0 0 0 0,0-1-1 0 0,5-9-97 0 0,7-18 16 0 0,-9 22 56 0 0,-1 1-1 0 0,1-1 1 0 0,-1 1-1 0 0,0-1 1 0 0,-1 0-1 0 0,1 0 1 0 0,0-11-1 0 0,-1 17 31 0 0,-1 0-1 0 0,0 0 1 0 0,0-1 0 0 0,0 1-1 0 0,0 0 1 0 0,0 0-1 0 0,0 0 1 0 0,0 0-1 0 0,0 0 1 0 0,0 0 0 0 0,0 0-1 0 0,0-1 1 0 0,0 1-1 0 0,0 0 1 0 0,0 0 0 0 0,0 0-1 0 0,0 0 1 0 0,0 0-1 0 0,0 0 1 0 0,0 0-1 0 0,0-1 1 0 0,0 1 0 0 0,0 0-1 0 0,-1 0 1 0 0,1 0-1 0 0,0 0 1 0 0,0 0 0 0 0,0 0-1 0 0,0 0 1 0 0,0 0-1 0 0,0 0 1 0 0,0-1-1 0 0,0 1 1 0 0,0 0 0 0 0,0 0-1 0 0,0 0 1 0 0,-1 0-1 0 0,1 0 1 0 0,0 0 0 0 0,0 0-1 0 0,0 0 1 0 0,0 0-1 0 0,0 0 1 0 0,0 0 0 0 0,0 0-1 0 0,-1 0 1 0 0,1 0-1 0 0,0 0 1 0 0,0 0-1 0 0,0 0 1 0 0,0 0 0 0 0,0 0-1 0 0,0 0 1 0 0,0 0-1 0 0,-1 0 1 0 0,1 0 0 0 0,0 0-1 0 0,0 0 1 0 0,-8 8 137 0 0,-6 11-12 0 0,-6 17 248 0 0,2 1-1 0 0,-24 66 1 0 0,60-164-526 0 0,-7 39-54 0 0,22-37 0 0 0,-28 50 194 0 0,-5 9 8 0 0,0 0 1 0 0,0 0-1 0 0,0 0 0 0 0,0 0 0 0 0,0-1 0 0 0,0 1 0 0 0,0 0 1 0 0,0 0-1 0 0,0 0 0 0 0,0 0 0 0 0,0 0 0 0 0,0-1 0 0 0,0 1 1 0 0,0 0-1 0 0,0 0 0 0 0,0 0 0 0 0,0 0 0 0 0,0-1 1 0 0,0 1-1 0 0,0 0 0 0 0,0 0 0 0 0,0 0 0 0 0,0 0 0 0 0,0 0 1 0 0,0-1-1 0 0,-1 1 0 0 0,1 0 0 0 0,0 0 0 0 0,0 0 1 0 0,0 0-1 0 0,0 0 0 0 0,0 0 0 0 0,0 0 0 0 0,-1-1 0 0 0,1 1 1 0 0,0 0-1 0 0,0 0 0 0 0,0 0 0 0 0,0 0 0 0 0,0 0 1 0 0,-1 0-1 0 0,1 0 0 0 0,0 0 0 0 0,0 0 0 0 0,0 0 0 0 0,0 0 1 0 0,-1 0-1 0 0,1 0-5 0 0,-1 0-1 0 0,1 0 1 0 0,-1 0 0 0 0,1 0 0 0 0,-1 0 0 0 0,1 0 0 0 0,-1 0-1 0 0,1 0 1 0 0,-1 0 0 0 0,1 0 0 0 0,0 0 0 0 0,-1 0 0 0 0,1 0-1 0 0,-1 0 1 0 0,1 1 0 0 0,-1-1 0 0 0,1 0 0 0 0,-1 1-1 0 0,-2 2-12 0 0,0 1 0 0 0,1-1-1 0 0,-1 1 1 0 0,1 0 0 0 0,0 0-1 0 0,0 0 1 0 0,-2 7 0 0 0,2-6 12 0 0,0 0 1 0 0,0 0-1 0 0,0 0 1 0 0,-6 7-1 0 0,-1 2 9 0 0,-11 19 0 0 0,12-19 0 0 0,-12 18 0 0 0,19-31 2 0 0,0 1 0 0 0,0-1 0 0 0,1 0 0 0 0,-1 1 0 0 0,1-1 0 0 0,-1 0 0 0 0,1 1 0 0 0,-1-1 0 0 0,1 1 0 0 0,0-1-1 0 0,0 1 1 0 0,0-1 0 0 0,0 2 0 0 0,0-1 0 0 0,0-1 0 0 0,0 0 0 0 0,0 1 0 0 0,0-1 0 0 0,0 0-1 0 0,-1 0 1 0 0,1 1 0 0 0,0-1 0 0 0,-1 0 0 0 0,1 0 0 0 0,-1 1-1 0 0,1-1 1 0 0,-1 0 0 0 0,0 0 0 0 0,1 0 0 0 0,-1 0 0 0 0,0 0-1 0 0,0 0 1 0 0,-1 2 0 0 0,-1-4 1 0 0,3-4 4 0 0,2-15 13 0 0,0-5-2 0 0,-2 25-18 0 0,0 0 0 0 0,0 0 0 0 0,0 0-1 0 0,0-1 1 0 0,0 1 0 0 0,0 0 0 0 0,0 0 0 0 0,0 0-1 0 0,0 0 1 0 0,0 0 0 0 0,0 0 0 0 0,0 0-1 0 0,0-1 1 0 0,0 1 0 0 0,0 0 0 0 0,0 0 0 0 0,0 0-1 0 0,0 0 1 0 0,-1 0 0 0 0,1 0 0 0 0,0 0 0 0 0,0 0-1 0 0,0-1 1 0 0,0 1 0 0 0,0 0 0 0 0,0 0 0 0 0,0 0-1 0 0,0 0 1 0 0,-1 0 0 0 0,1 0 0 0 0,0 0 0 0 0,0 0-1 0 0,0 0 1 0 0,0 0 0 0 0,0 0 0 0 0,0 0 0 0 0,-1 0-1 0 0,1 0 1 0 0,0 0 0 0 0,0 0 0 0 0,0 0 0 0 0,0 0-1 0 0,-7 5-20 0 0,-3 9-27 0 0,9-14 43 0 0,-4 8-85 0 0,-1 2 111 0 0,2-13-817 0 0,4 3 795 0 0,0-1 0 0 0,0 1 0 0 0,-1 0 0 0 0,1 0 0 0 0,0 0 0 0 0,0-1 0 0 0,0 1 0 0 0,-1 0-1 0 0,1 0 1 0 0,0 0 0 0 0,0 0 0 0 0,0 0 0 0 0,-1 0 0 0 0,1-1 0 0 0,0 1 0 0 0,0 0 0 0 0,-1 0 0 0 0,1 0 0 0 0,0 0 0 0 0,0 0 0 0 0,-1 0 0 0 0,1 0-1 0 0,0 0 1 0 0,0 0 0 0 0,-1 0 0 0 0,1 0 0 0 0,-1 0 0 0 0,1 0-4 0 0,-1 0 0 0 0,0 1-1 0 0,1-1 1 0 0,-1 0 0 0 0,1 0 0 0 0,-1 0 0 0 0,1 1-1 0 0,-1-1 1 0 0,1 0 0 0 0,-1 1 0 0 0,1-1-1 0 0,-1 0 1 0 0,1 1 0 0 0,-1-1 0 0 0,1 1 0 0 0,-1-1-1 0 0,1 1 1 0 0,-1 0 0 0 0,0 1-201 0 0,2-4 47 0 0,4-9-59 0 0,10-17-66 0 0,-4 9 220 0 0,-7 11 34 0 0,1 0-1 0 0,0 1 1 0 0,0 0 0 0 0,7-8-1 0 0,-12 15 31 0 0,0 0-1 0 0,0 0 0 0 0,0 0 1 0 0,0 0-1 0 0,0 0 0 0 0,0 0 1 0 0,0 0-1 0 0,0-1 0 0 0,0 1 1 0 0,0 0-1 0 0,0 0 0 0 0,0 0 1 0 0,0 0-1 0 0,0 0 0 0 0,1 0 1 0 0,-1 0-1 0 0,0 0 0 0 0,0 0 1 0 0,0 0-1 0 0,0 0 0 0 0,0 0 1 0 0,0 0-1 0 0,0 0 0 0 0,0 0 1 0 0,0 0-1 0 0,0 0 0 0 0,0 0 1 0 0,0-1-1 0 0,1 1 0 0 0,-1 0 1 0 0,0 0-1 0 0,0 0 0 0 0,0 0 1 0 0,0 0-1 0 0,0 0 0 0 0,0 0 1 0 0,0 0-1 0 0,0 0 1 0 0,0 1-1 0 0,0-1 0 0 0,0 0 1 0 0,1 0-1 0 0,-1 0 0 0 0,0 0 1 0 0,0 0-1 0 0,0 0 0 0 0,0 0 1 0 0,0 0-1 0 0,0 0 0 0 0,0 0 1 0 0,0 0-1 0 0,0 0 0 0 0,0 0 1 0 0,0 0-1 0 0,0 0 0 0 0,0 0 1 0 0,0 7-83 0 0,-4 6-37 0 0,-1 0 107 0 0,0 1 1 0 0,1-1-1 0 0,0 1 0 0 0,-3 26 0 0 0,7-39 10 0 0,0 0 0 0 0,0-1 0 0 0,0 1 0 0 0,0-1 0 0 0,0 1 0 0 0,0-1-1 0 0,0 1 1 0 0,0-1 0 0 0,1 1 0 0 0,-1-1 0 0 0,0 1 0 0 0,0-1 0 0 0,0 1 0 0 0,1-1-1 0 0,-1 1 1 0 0,0-1 0 0 0,0 1 0 0 0,1-1 0 0 0,-1 1 0 0 0,0-1 0 0 0,1 1 0 0 0,-1-1 0 0 0,1 0-1 0 0,-1 1 1 0 0,0-1 0 0 0,1 0 0 0 0,-1 1 0 0 0,1-1 0 0 0,-1 0 0 0 0,1 0 0 0 0,-1 1 0 0 0,1-1-1 0 0,-1 0 1 0 0,1 0 0 0 0,0 0 0 0 0,0 0-1 0 0,0 1 0 0 0,0-1 0 0 0,-1 0-1 0 0,1 1 1 0 0,0-1 0 0 0,0 0 0 0 0,-1 1 0 0 0,1-1-1 0 0,0 1 1 0 0,-1-1 0 0 0,1 1 0 0 0,0 0 0 0 0,-1-1 0 0 0,1 1-1 0 0,-1 0 1 0 0,1-1 0 0 0,-1 1 0 0 0,1 0 0 0 0,-1-1-1 0 0,1 2 1 0 0,-1-1 4 0 0,1 0 0 0 0,-1 0 0 0 0,0 0 0 0 0,1 0 0 0 0,-1 0 0 0 0,0 0 0 0 0,0 0 0 0 0,0 0 0 0 0,0 0 0 0 0,0-1 0 0 0,0 1 0 0 0,0 0 0 0 0,0 0 0 0 0,0 0 0 0 0,0 0 0 0 0,-1 0 0 0 0,1 0 0 0 0,0 0 0 0 0,0 0 0 0 0,-1 0 0 0 0,1 0 0 0 0,-1 1 0 0 0,1-2-1 0 0,0 1-1 0 0,0-1 0 0 0,0 1 1 0 0,0-1-1 0 0,0 1 1 0 0,0-1-1 0 0,1 1 0 0 0,-1-1 1 0 0,0 1-1 0 0,0-1 1 0 0,1 1-1 0 0,-1-1 1 0 0,0 0-1 0 0,1 1 0 0 0,-1-1 1 0 0,0 1-1 0 0,1-1 1 0 0,-1 0-1 0 0,0 1 0 0 0,1-1 1 0 0,-1 0-1 0 0,1 1 1 0 0,-1-1-1 0 0,1 0 0 0 0,-1 0 1 0 0,1 0-1 0 0,-1 1 1 0 0,2-1-1 0 0,15 5-26 0 0,-16-5 26 0 0,0 0 0 0 0,1 0 0 0 0,-1 0 0 0 0,1 0 1 0 0,-1 0-1 0 0,0-1 0 0 0,1 1 0 0 0,-1-1 0 0 0,0 1 1 0 0,1-1-1 0 0,-1 0 0 0 0,0 1 0 0 0,0-1 0 0 0,0 0 1 0 0,0 0-1 0 0,0 0 0 0 0,1 1 0 0 0,-2-1 0 0 0,1-1 1 0 0,0 1-1 0 0,2-2 0 0 0,-1-2 29 0 0,1 0 1 0 0,-1 0-1 0 0,0 0 0 0 0,2-8 1 0 0,8-14 133 0 0,-5 20-161 0 0,-3 6 0 0 0,-5 4 0 0 0,-1 1 21 0 0,-8 16 49 0 0,10-19-67 0 0,-1 0-1 0 0,1 0 1 0 0,-1 0-1 0 0,1 0 1 0 0,0 0-1 0 0,-1 1 1 0 0,1-1-1 0 0,0 0 0 0 0,0 0 1 0 0,0 0-1 0 0,0 1 1 0 0,0-1-1 0 0,0 0 1 0 0,1 2-1 0 0,-1-3-2 0 0,1 0 0 0 0,-1 0 0 0 0,1 0 0 0 0,-1 0 0 0 0,0 0 0 0 0,1 0 0 0 0,-1 0-1 0 0,1 0 1 0 0,-1 0 0 0 0,1-1 0 0 0,-1 1 0 0 0,1 0 0 0 0,-1 0 0 0 0,0 0 0 0 0,1-1 0 0 0,-1 1 0 0 0,0 0-1 0 0,1 0 1 0 0,-1-1 0 0 0,1 1 0 0 0,-1 0 0 0 0,0-1 0 0 0,0 1 0 0 0,1-1 0 0 0,-1 1 0 0 0,1-1 0 0 0,9-12 13 0 0,-10 12 1 0 0,0 0-1 0 0,1 0 1 0 0,-1 0 0 0 0,0 0 0 0 0,1 0-1 0 0,-1-1 1 0 0,0 1 0 0 0,0 0 0 0 0,0 0 0 0 0,0 0-1 0 0,0 0 1 0 0,0 0 0 0 0,-1 0 0 0 0,1 0-1 0 0,-1-2 1 0 0,1 2-10 0 0,0 1 0 0 0,0 0-1 0 0,-1 0 1 0 0,1-1 0 0 0,0 1 0 0 0,0 0-1 0 0,-1 0 1 0 0,1 0 0 0 0,0-1-1 0 0,-1 1 1 0 0,1 0 0 0 0,0 0 0 0 0,-1 0-1 0 0,1 0 1 0 0,0 0 0 0 0,-1 0 0 0 0,1 0-1 0 0,0 0 1 0 0,-1 0 0 0 0,1 0 0 0 0,0 0-1 0 0,-1 0 1 0 0,1 0 0 0 0,-1 0-1 0 0,1 0 1 0 0,0 0 0 0 0,-1 0 0 0 0,1 0-1 0 0,0 0 1 0 0,-1 1 0 0 0,1-1 0 0 0,0 0-1 0 0,0 0 1 0 0,-1 0 0 0 0,1 0 0 0 0,0 1-1 0 0,-1-1 1 0 0,1 0 0 0 0,0 0-1 0 0,-1 1 1 0 0,1 0-2 0 0,0-1 1 0 0,-1 1-1 0 0,1-1 0 0 0,-1 0 0 0 0,1 1 0 0 0,-1-1 1 0 0,1 0-1 0 0,-1 1 0 0 0,1-1 0 0 0,-1 0 0 0 0,0 0 1 0 0,1 1-1 0 0,-1-1 0 0 0,1 0 0 0 0,-1 0 1 0 0,0 0-1 0 0,1 0 0 0 0,-1 0 0 0 0,1 0 0 0 0,-1 0 1 0 0,0 0-1 0 0,1 0 0 0 0,-1 0 0 0 0,1 0 0 0 0,-1 0 1 0 0,0 0-1 0 0,1-1 0 0 0,-1 1 0 0 0,1 0 0 0 0,-1 0 1 0 0,1-1-1 0 0,-1 1 0 0 0,1 0 0 0 0,-1-1 0 0 0,1 1 1 0 0,-1 0-1 0 0,1-1 0 0 0,-1 1 0 0 0,1-1 0 0 0,-1 1 1 0 0,1-1-1 0 0,0 1 0 0 0,-1-1 0 0 0,1 1 1 0 0,0-1-1 0 0,0 1 0 0 0,-1-1 0 0 0,1 1 0 0 0,0-1 1 0 0,0 0-1 0 0,0 1 0 0 0,0-1 0 0 0,0 1 0 0 0,0-1 1 0 0,0 0-1 0 0,0 1 0 0 0,0-2 0 0 0,0-7-17 0 0,-1 6 2 0 0,1 1 0 0 0,0 0 0 0 0,0-1 1 0 0,0 1-1 0 0,0-1 0 0 0,1 1 1 0 0,-1 0-1 0 0,1-1 0 0 0,-1 1 0 0 0,1 0 1 0 0,0 0-1 0 0,0-1 0 0 0,0 1 0 0 0,0 0 1 0 0,0 0-1 0 0,2-2 0 0 0,15-21 13 0 0,-22 31 73 0 0,0 1-1 0 0,-7 13 0 0 0,7-10-89 0 0,3-10 21 0 0,1 1-1 0 0,0-1 0 0 0,-1 1 1 0 0,1 0-1 0 0,-1-1 0 0 0,0 1 1 0 0,1-1-1 0 0,-1 1 0 0 0,1-1 1 0 0,-1 1-1 0 0,0-1 0 0 0,0 0 1 0 0,1 1-1 0 0,-1-1 0 0 0,0 0 1 0 0,1 1-1 0 0,-1-1 0 0 0,0 0 1 0 0,0 0-1 0 0,0 0 0 0 0,1 0 1 0 0,-1 0-1 0 0,0 0 0 0 0,0 0 1 0 0,1 0-1 0 0,-1 0 0 0 0,0 0 1 0 0,0 0-1 0 0,0 0 0 0 0,1-1 1 0 0,-1 1-1 0 0,0 0 0 0 0,1 0 1 0 0,-1-1-1 0 0,0 1 0 0 0,0-1 1 0 0,1 1-1 0 0,-1-1 0 0 0,1 1 1 0 0,-1-1-1 0 0,0 1 0 0 0,1-1 1 0 0,-1 0-1 0 0,0 0-7 0 0,1 1-1 0 0,-1-1 1 0 0,1 1 0 0 0,0-1 0 0 0,-1 1 0 0 0,1-1-1 0 0,0 0 1 0 0,0 1 0 0 0,-1-1 0 0 0,1 1 0 0 0,0-1-1 0 0,0 0 1 0 0,0 1 0 0 0,0-1 0 0 0,0 0 0 0 0,0 1-1 0 0,0-1 1 0 0,0 0 0 0 0,0 1 0 0 0,0-1 0 0 0,0 0-1 0 0,0 1 1 0 0,0-1 0 0 0,1 0 0 0 0,9-19-126 0 0,-9 18 126 0 0,1-1 0 0 0,-1 0 0 0 0,0 1 0 0 0,1-1 0 0 0,-1 0 0 0 0,0 1 0 0 0,0-5 0 0 0,1 1-1 0 0,-1 0 0 0 0,1 1 0 0 0,0-1 0 0 0,1 0 1 0 0,-1 1-1 0 0,1 0 0 0 0,0-1 0 0 0,1 1 0 0 0,-1 0 0 0 0,1 0 0 0 0,0 1 0 0 0,6-6 0 0 0,-34 41 212 0 0,14-15-211 0 0,-1 0 1 0 0,-1-1-1 0 0,-20 19 0 0 0,-12 2 4 0 0,44-36 5 0 0,0 0-4 0 0,0-1 0 0 0,-1 1 0 0 0,1 0 1 0 0,0 0-1 0 0,0 0 0 0 0,0 0 0 0 0,0 0 1 0 0,0 0-1 0 0,0 0 0 0 0,0 0 0 0 0,-1 0 0 0 0,1-1 1 0 0,0 1-1 0 0,0 0 0 0 0,0 0 0 0 0,0 0 1 0 0,0 0-1 0 0,0 0 0 0 0,0-1 0 0 0,0 1 0 0 0,0 0 1 0 0,0 0-1 0 0,0 0 0 0 0,0 0 0 0 0,0 0 0 0 0,0-1 1 0 0,0 1-1 0 0,0 0 0 0 0,0 0 0 0 0,0 0 1 0 0,0 0-1 0 0,0 0 0 0 0,0-1 0 0 0,0 1 0 0 0,0 0 1 0 0,0 0-1 0 0,0 0 0 0 0,0 0 0 0 0,1 0 1 0 0,2-9-21 0 0,1 1 0 0 0,1 0 1 0 0,-1 1-1 0 0,1-1 0 0 0,9-9 1 0 0,-1-1 12 0 0,6-1 3 0 0,-16 16 12 0 0,0 0-1 0 0,0 0 0 0 0,-1 0 1 0 0,1 0-1 0 0,-1 0 0 0 0,1 0 1 0 0,2-6-1 0 0,0 0-8 0 0,-4 8 1 0 0,0 0 0 0 0,0 0 0 0 0,0-1 0 0 0,0 1 0 0 0,-1 0 0 0 0,1-1 0 0 0,0 1 0 0 0,-1 0 0 0 0,1-1 0 0 0,-1-1 0 0 0,-3 4 57 0 0,-1-1 0 0 0,0 1 1 0 0,0 0-1 0 0,0 0 0 0 0,-3 1 0 0 0,-10 6-67 0 0,1-1 0 0 0,-1 2 0 0 0,2 0 0 0 0,-1 1 0 0 0,2 1 0 0 0,-1 0 0 0 0,-18 20 0 0 0,28-27 9 0 0,4-5 0 0 0,4-9 0 0 0,10-13 0 0 0,-6 11 8 0 0,1 1-1 0 0,0 0 1 0 0,0 0-1 0 0,2 1 1 0 0,-1 0-1 0 0,1 0 1 0 0,18-12-1 0 0,-22 17 17 0 0,0 1-1 0 0,0-1 0 0 0,0 0 1 0 0,-1 0-1 0 0,1 0 1 0 0,-1-1-1 0 0,-1 0 1 0 0,1 0-1 0 0,-1 0 0 0 0,0-1 1 0 0,0 1-1 0 0,-1-1 1 0 0,3-7-1 0 0,-3 7 36 0 0,-2 7-57 0 0,-1 0-1 0 0,0-1 1 0 0,1 1 0 0 0,-1-1 0 0 0,0 0 0 0 0,1 1 0 0 0,-1-1 0 0 0,0 1 0 0 0,1-1 0 0 0,-1 1-1 0 0,0-1 1 0 0,0 0 0 0 0,0 1 0 0 0,0-1 0 0 0,0 1 0 0 0,0-1 0 0 0,0 0 0 0 0,0 1 0 0 0,0-1-1 0 0,0 1 1 0 0,0-1 0 0 0,0 0 0 0 0,0 1 0 0 0,0-1 0 0 0,0 1 0 0 0,-1-1 0 0 0,1 0 0 0 0,-1 0 0 0 0,1 1 19 0 0,-2 1 8 0 0,1 1 0 0 0,0-1-1 0 0,-1 1 1 0 0,1 0 0 0 0,0 0 0 0 0,0 0 0 0 0,0 0 0 0 0,-1 3 0 0 0,-1 1-17 0 0,-3 5 25 0 0,0 0-32 0 0,-1-1 0 0 0,-8 11-1 0 0,14-19 0 0 0,-1 0 0 0 0,-1 1 0 0 0,1-1 0 0 0,0 0 0 0 0,-1 0 0 0 0,1 0 0 0 0,-1-1 0 0 0,1 1 0 0 0,-1-1 0 0 0,0 1 0 0 0,0-1 0 0 0,1 0 0 0 0,-6 1 0 0 0,8-1-4 0 0,0-1 1 0 0,0 0 0 0 0,0 0 0 0 0,0 0 0 0 0,-1 0 0 0 0,1 0 0 0 0,0 0 0 0 0,0 0 0 0 0,0 0 0 0 0,0 0 0 0 0,0 0 0 0 0,-1-1 0 0 0,1 1 0 0 0,0 0 0 0 0,0 0-1 0 0,0 0 1 0 0,0 0 0 0 0,0 0 0 0 0,0 0 0 0 0,-1 0 0 0 0,1 0 0 0 0,0 0 0 0 0,0 0 0 0 0,0 0 0 0 0,0 0 0 0 0,0-1 0 0 0,0 1 0 0 0,0 0 0 0 0,0 0 0 0 0,-1 0-1 0 0,1 0 1 0 0,0 0 0 0 0,0 0 0 0 0,0-1 0 0 0,0 1 0 0 0,0 0 0 0 0,0 0 0 0 0,0 0 0 0 0,0-9 62 0 0,6-10 44 0 0,-6 17-103 0 0,52-136-4 0 0,-41 110 0 0 0,-44 89 64 0 0,24-41-52 0 0,0-2-1 0 0,-2 1 0 0 0,0-1 1 0 0,-1-1-1 0 0,-1 0 1 0 0,-30 30-1 0 0,36-41 66 0 0,0 1 0 0 0,1 1 0 0 0,-1-1 0 0 0,2 1 0 0 0,-1 0 1 0 0,1 1-1 0 0,0-1 0 0 0,1 1 0 0 0,-5 12 0 0 0,11-27-67 0 0,4-18 151 0 0,2-1 0 0 0,12-24 0 0 0,-3 17-144 0 0,-8 17 1 0 0,-1 0 1 0 0,-1-1 0 0 0,0 0-1 0 0,-1 0 1 0 0,4-21-1 0 0,-12 42 13 0 0,0 0-1 0 0,0-1 0 0 0,-1 1 1 0 0,-3 4-1 0 0,-5 9 63 0 0,-28 57-114 0 0,-28 60-109 0 0,55-107 101 0 0,0 2 1 0 0,-12 53-1 0 0,24-83 29 0 0,1 0 0 0 0,-1 0 0 0 0,0 0 0 0 0,0 0 0 0 0,0 0-1 0 0,0 0 1 0 0,0 0 0 0 0,0 0 0 0 0,0 0 0 0 0,0 0 0 0 0,0 0 0 0 0,0 0 0 0 0,0 0-1 0 0,0 0 1 0 0,0 0 0 0 0,0 0 0 0 0,1 0 0 0 0,-1 0 0 0 0,0 0 0 0 0,0 0 0 0 0,0 0 0 0 0,0 0-1 0 0,0 0 1 0 0,0 0 0 0 0,0 0 0 0 0,0 0 0 0 0,0 0 0 0 0,0 0 0 0 0,0 0 0 0 0,0 0 0 0 0,0 0-1 0 0,0 0 1 0 0,0 1 0 0 0,0-1 0 0 0,0 0 0 0 0,0 0 0 0 0,0 0 0 0 0,0 0 0 0 0,0 0-1 0 0,0 0 1 0 0,0 0 0 0 0,0 0 0 0 0,0 0 0 0 0,0 0 0 0 0,0 0 0 0 0,0 0 0 0 0,0 0 0 0 0,0 0-1 0 0,0 1 1 0 0,0-1 0 0 0,0 0 0 0 0,0 0 0 0 0,0 0 0 0 0,0 0 0 0 0,0 0 0 0 0,0 0-1 0 0,0 0 1 0 0,0 0 0 0 0,0 0 0 0 0,0 0 0 0 0,0 0 0 0 0,0 0 0 0 0,0 0 0 0 0,7-6-18 0 0,10-18-17 0 0,-13 19 31 0 0,3-7 13 0 0,0-1 1 0 0,-1 1-1 0 0,0-1 1 0 0,7-26-1 0 0,5-8 8 0 0,-8 26-17 0 0,19-30 0 0 0,-5 12 0 0 0,-24 38 16 0 0,1 0 0 0 0,-1 0 0 0 0,1 0 0 0 0,-1 1 0 0 0,0-1 0 0 0,1 0 0 0 0,-1 0 0 0 0,0 0 0 0 0,0 0 0 0 0,0 0 0 0 0,1 0 0 0 0,-1 0 0 0 0,0 0 0 0 0,0 0 0 0 0,0 0 0 0 0,0 1 0 0 0,-1-3 0 0 0,-3 2 193 0 0,-6 7-90 0 0,1 4-104 0 0,-1 0 1 0 0,2 1-1 0 0,-1 0 0 0 0,1 1 1 0 0,-9 18-1 0 0,3-3 11 0 0,-14 42 0 0 0,26-63-26 0 0,0 0 0 0 0,0 0 0 0 0,0-1 0 0 0,1 1 0 0 0,-1 0 0 0 0,1 8 0 0 0,7-19-32 0 0,0-6 0 0 0,5-18 14 0 0,18-36 0 0 0,-23 53 12 0 0,1 1 0 0 0,0 0 0 0 0,0 0 0 0 0,1 1 0 0 0,17-18 0 0 0,-15 21-8 0 0,-9 7 14 0 0,-1 0-1 0 0,0 0 0 0 0,0 0 1 0 0,0 0-1 0 0,0 0 0 0 0,0 0 1 0 0,0 0-1 0 0,0 0 0 0 0,0 0 1 0 0,0 0-1 0 0,0 1 0 0 0,0-1 1 0 0,0 0-1 0 0,0 0 0 0 0,1 0 1 0 0,-1 0-1 0 0,0 0 0 0 0,0 0 1 0 0,0 0-1 0 0,0 0 0 0 0,0 0 1 0 0,0 1-1 0 0,0-1 0 0 0,0 0 1 0 0,0 0-1 0 0,0 0 0 0 0,0 0 1 0 0,0 0-1 0 0,0 0 0 0 0,0 0 1 0 0,0 1-1 0 0,0-1 0 0 0,0 0 1 0 0,0 0-1 0 0,-1 0 0 0 0,1 0 1 0 0,0 0-1 0 0,0 0 0 0 0,0 0 1 0 0,0 0-1 0 0,0 0 1 0 0,0 1-1 0 0,0-1 0 0 0,0 0 1 0 0,0 0-1 0 0,0 0 0 0 0,0 0 1 0 0,-1 0-1 0 0,-12 23-69 0 0,8-15 58 0 0,-14 29 93 0 0,2 0 0 0 0,1 2 0 0 0,3 0 0 0 0,-12 50 0 0 0,24-85-16 0 0,1-5-65 0 0,0 1 1 0 0,0 0 0 0 0,0 0 0 0 0,0 0 0 0 0,0 0 0 0 0,0 0-1 0 0,0 0 1 0 0,0 0 0 0 0,0 0 0 0 0,0 0 0 0 0,0 0 0 0 0,0 0-1 0 0,0 0 1 0 0,0 0 0 0 0,0 0 0 0 0,0 0 0 0 0,-1 0 0 0 0,1 0-1 0 0,0 0 1 0 0,0 0 0 0 0,0 0 0 0 0,0 0 0 0 0,0 0 0 0 0,0 0-1 0 0,0 0 1 0 0,0 0 0 0 0,0 0 0 0 0,0 0 0 0 0,0 0 0 0 0,0 0-1 0 0,0 0 1 0 0,0 0 0 0 0,0 0 0 0 0,-1 0 0 0 0,1 0 0 0 0,0 0 0 0 0,0 0-1 0 0,0 0 1 0 0,0 0 0 0 0,0 0 0 0 0,0 0 0 0 0,0 0 0 0 0,0 0-1 0 0,0 0 1 0 0,0 0 0 0 0,0 0 0 0 0,0 0 0 0 0,0 0 0 0 0,0 0-1 0 0,0 0 1 0 0,0 0 0 0 0,0 1 0 0 0,-3-4-3 0 0,3 3-1 0 0,0 0 1 0 0,1 0-1 0 0,-1 1 0 0 0,0-1 1 0 0,0 0-1 0 0,0 0 0 0 0,0 0 0 0 0,1 0 1 0 0,-1 0-1 0 0,0 0 0 0 0,0 0 0 0 0,0 0 1 0 0,0 0-1 0 0,1 0 0 0 0,-1 0 1 0 0,0 0-1 0 0,0 0 0 0 0,0 0 0 0 0,0 0 1 0 0,1 0-1 0 0,-1 0 0 0 0,0 0 1 0 0,0 0-1 0 0,0 0 0 0 0,0 0 0 0 0,1 0 1 0 0,-1 0-1 0 0,0 0 0 0 0,0 0 1 0 0,0 0-1 0 0,0 0 0 0 0,1 0 0 0 0,-1 0 1 0 0,0-1-1 0 0,0 1 0 0 0,0 0 0 0 0,0 0 1 0 0,0 0-1 0 0,1-1 0 0 0,5-9-72 0 0,1-13-34 0 0,7-34 138 0 0,21-57 0 0 0,-30 98-34 0 0,-24 77-15 0 0,-27 70 40 0 0,45-128-6 0 0,-1 0 1 0 0,1 1-1 0 0,0-1 0 0 0,0 1 0 0 0,0-1 0 0 0,0 1 1 0 0,1-1-1 0 0,-1 5 0 0 0,2-8-14 0 0,-1 0 0 0 0,0 0 0 0 0,0 0 0 0 0,0 0 0 0 0,0 0 0 0 0,1 0 0 0 0,-1 0 0 0 0,0 0 0 0 0,0 0 0 0 0,0 0 0 0 0,0 0 0 0 0,1 0 0 0 0,-1 0-1 0 0,0 0 1 0 0,0 0 0 0 0,0 0 0 0 0,0 0 0 0 0,1 0 0 0 0,-1 0 0 0 0,0 0 0 0 0,0 0 0 0 0,0 0 0 0 0,0 0 0 0 0,1 0 0 0 0,-1-1 0 0 0,0 1 0 0 0,0 0 0 0 0,0 0 0 0 0,0 0 0 0 0,0 0 0 0 0,0 0 0 0 0,1 0 0 0 0,-1-1 0 0 0,0 1-1 0 0,0 0 1 0 0,0 0 0 0 0,0-1 0 0 0,5-4-51 0 0,0-3 56 0 0,-1 1 1 0 0,0-1-1 0 0,-1 0 1 0 0,4-9-1 0 0,3-9 21 0 0,34-68 38 0 0,-52 113-48 0 0,2 0 1 0 0,-8 34-1 0 0,3-9-1 0 0,6-32-15 0 0,4-9 0 0 0,0 0 0 0 0,0 1 0 0 0,0-1 0 0 0,0 0 0 0 0,0 1 0 0 0,0-1 0 0 0,1 0 0 0 0,0 1 0 0 0,-1 3 0 0 0,2-8 0 0 0,0 1 0 0 0,0-1 0 0 0,0 1 0 0 0,-1-1 0 0 0,1 1 0 0 0,0-1 0 0 0,0 0 0 0 0,-1 1 0 0 0,1-1 0 0 0,0 0 0 0 0,-1 0 0 0 0,1 1 0 0 0,-1-1 0 0 0,1-1 0 0 0,0 2 0 0 0,35-60-10 0 0,-14 22-15 0 0,30-38 0 0 0,-39 65-46 0 0,-9 12 34 0 0,-5 8 21 0 0,-7 16-20 0 0,-2-1 0 0 0,-1 0 0 0 0,0 0 0 0 0,-2-2 0 0 0,-21 30 0 0 0,23-45 189 0 0,6-5-43 0 0,4-3-49 0 0,10-15-58 0 0,-2 0 0 0 0,0 0 0 0 0,10-35 0 0 0,-28 84 66 0 0,4-11-103 0 0,-8 34-1 0 0,15-56 36 0 0,0 0 1 0 0,0 0-1 0 0,0 0 0 0 0,1 0 0 0 0,-1 0 0 0 0,0 0 1 0 0,0-1-1 0 0,0 1 0 0 0,0 0 0 0 0,0 0 1 0 0,0 0-1 0 0,0 0 0 0 0,0 0 0 0 0,1 0 0 0 0,-1 0 1 0 0,0 0-1 0 0,0 0 0 0 0,0 0 0 0 0,0 0 0 0 0,0 0 1 0 0,0 0-1 0 0,0 0 0 0 0,0 0 0 0 0,1 0 1 0 0,-1 0-1 0 0,0 0 0 0 0,0 0 0 0 0,0 0 0 0 0,0 0 1 0 0,0 0-1 0 0,0 0 0 0 0,0 1 0 0 0,1-1 0 0 0,-1 0 1 0 0,0 0-1 0 0,0 0 0 0 0,0 0 0 0 0,0 0 1 0 0,0 0-1 0 0,0 0 0 0 0,0 0 0 0 0,0 0 0 0 0,0 0 1 0 0,0 0-1 0 0,0 1 0 0 0,0-1 0 0 0,0 0 1 0 0,0 0-1 0 0,1 0 0 0 0,-1 0 0 0 0,0 0 0 0 0,0 0 1 0 0,0 1-1 0 0,5-8 8 0 0,6-9 21 0 0,-1-1 0 0 0,-1 0 0 0 0,0-1 1 0 0,-1 0-1 0 0,10-34 0 0 0,-20 54-27 0 0,-2 6 7 0 0,1 1 0 0 0,-1 0 0 0 0,1-1 1 0 0,1 1-1 0 0,-3 18 0 0 0,5-27-9 0 0,0-1 0 0 0,-1 1 0 0 0,1 0 0 0 0,0 0 0 0 0,0 0 0 0 0,0 0 0 0 0,0 0 0 0 0,0 0 0 0 0,0-1 0 0 0,0 1 0 0 0,0 0 0 0 0,0 0 0 0 0,-1 0 0 0 0,1 0 0 0 0,0 0 0 0 0,0 0 0 0 0,0 0 0 0 0,0 0 0 0 0,0 0 0 0 0,-1 0 0 0 0,1-1 0 0 0,0 1 0 0 0,0 0 0 0 0,0 0 0 0 0,0 0 0 0 0,0 0 0 0 0,-1 0 0 0 0,1 0 0 0 0,0 0 0 0 0,0 0 0 0 0,0 0 0 0 0,0 0 0 0 0,0 0 0 0 0,-1 0 0 0 0,1 1 0 0 0,0-1 0 0 0,0 0 0 0 0,0 0-1 0 0,0 0 1 0 0,0 0 0 0 0,-1 0 0 0 0,1 0 0 0 0,0 0 0 0 0,0 0 0 0 0,0 0 0 0 0,0 0 0 0 0,0 1 0 0 0,0-1 0 0 0,0 0 0 0 0,-1 0 0 0 0,1 0 0 0 0,0 0 0 0 0,0 0 0 0 0,0 0 0 0 0,0 1 0 0 0,0-1 0 0 0,0 0 0 0 0,0 0 0 0 0,0 0 0 0 0,0 0 0 0 0,0 0 0 0 0,0 1 0 0 0,0-1 0 0 0,0 0 0 0 0,-7-9 63 0 0,5 5-84 0 0,1 6-24 0 0,4 9-20 0 0,1-8 55 0 0,-1 0 0 0 0,1 0 0 0 0,0-1 1 0 0,0 0-1 0 0,0 1 0 0 0,1-1 0 0 0,-1-1 0 0 0,0 1 0 0 0,1-1 0 0 0,-1 1 0 0 0,1-1 0 0 0,-1-1 1 0 0,1 1-1 0 0,0 0 0 0 0,-1-1 0 0 0,1 0 0 0 0,8-1 0 0 0,-12 0 13 0 0,0 1-1 0 0,0 0 1 0 0,0-1 0 0 0,0 1-1 0 0,0-1 1 0 0,-1 1 0 0 0,1-1-1 0 0,0 1 1 0 0,0-1 0 0 0,0 0-1 0 0,0-1 1 0 0,0 2-1 0 0,-1-1 0 0 0,1 1-1 0 0,-1-1 1 0 0,1 1 0 0 0,-1-1 0 0 0,1 1-1 0 0,-1-1 1 0 0,1 1 0 0 0,0 0 0 0 0,-1-1-1 0 0,1 1 1 0 0,-1 0 0 0 0,1-1 0 0 0,0 1-1 0 0,0 0 1 0 0,-6-6 93 0 0,-9-1 0 0 0,7 6-78 0 0,0 1-1 0 0,0-1 0 0 0,0 1 1 0 0,-13 2-1 0 0,13-1-9 0 0,-1-1 0 0 0,0 0 1 0 0,1 0-1 0 0,-11-2 0 0 0,8 1-8 0 0,10 1 0 0 0,-1 0 0 0 0,0 0 0 0 0,0 0 0 0 0,0 0 0 0 0,0 0 0 0 0,1 0 0 0 0,-1 0 0 0 0,0 0 0 0 0,0-1 0 0 0,1 1 0 0 0,-1 0 0 0 0,0-1 0 0 0,0 1 0 0 0,1 0 0 0 0,-1-1 0 0 0,0 1 0 0 0,1-1 0 0 0,-2 0 0 0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13T18:10:22.743"/>
    </inkml:context>
    <inkml:brush xml:id="br0">
      <inkml:brushProperty name="width" value="0.025" units="cm"/>
      <inkml:brushProperty name="height" value="0.025" units="cm"/>
      <inkml:brushProperty name="color" value="#FFFFFF"/>
    </inkml:brush>
  </inkml:definitions>
  <inkml:trace contextRef="#ctx0" brushRef="#br0">25 0 2759 0 0,'-2'2'1342'0'0,"1"0"-949"0"0,0-1 0 0 0,0 0 0 0 0,0 0 0 0 0,0 0 0 0 0,0 0 0 0 0,0-1-1 0 0,0 1 1 0 0,0 0 0 0 0,0 0 0 0 0,-1-1 0 0 0,1 1 0 0 0,0-1 0 0 0,-1 1 0 0 0,1-1 0 0 0,0 1 0 0 0,-3-1 0 0 0,4 3-199 0 0,1-1 1 0 0,-1 0-1 0 0,1 0 0 0 0,-1 0 1 0 0,1 1-1 0 0,0-1 1 0 0,0 0-1 0 0,0 0 0 0 0,1 0 1 0 0,1 3-1 0 0,15 2 460 0 0,-16-6-558 0 0,-1 0 1 0 0,1 0-1 0 0,0 0 1 0 0,-1 0 0 0 0,1 1-1 0 0,-1-1 1 0 0,1 0-1 0 0,-1 1 1 0 0,0-1 0 0 0,2 3-1 0 0,5 5 220 0 0,6-4 77 0 0,-13-5-353 0 0,0 0-1 0 0,0 0 0 0 0,1 1 1 0 0,-1-1-1 0 0,0 0 0 0 0,0 1 1 0 0,0-1-1 0 0,0 1 0 0 0,0-1 0 0 0,0 1 1 0 0,0-1-1 0 0,2 2 0 0 0,-3-1-12 0 0,0-1 0 0 0,0 1 0 0 0,0-1-1 0 0,0 0 1 0 0,0 1 0 0 0,0-1 0 0 0,0 1-1 0 0,0-1 1 0 0,0 1 0 0 0,0-1 0 0 0,0 0 0 0 0,0 1-1 0 0,0-1 1 0 0,0 1 0 0 0,0-1 0 0 0,0 1-1 0 0,-1-1 1 0 0,1 0 0 0 0,0 1 0 0 0,0-1-1 0 0,0 1 1 0 0,-1-1 0 0 0,1 0 0 0 0,0 1 0 0 0,0-1-1 0 0,-1 0 1 0 0,1 1 0 0 0,0-1 0 0 0,-1 0-1 0 0,1 0 1 0 0,0 1 0 0 0,-1-1 0 0 0,0 0-24 0 0,1 1 1 0 0,-1-1-1 0 0,0 1 0 0 0,1-1 1 0 0,-1 0-1 0 0,1 0 1 0 0,-1 1-1 0 0,0-1 1 0 0,1 0-1 0 0,-1 0 0 0 0,0 0 1 0 0,1 0-1 0 0,-1 0 1 0 0,0 0-1 0 0,1 1 1 0 0,-1-2-1 0 0,0 1 0 0 0,1 0 1 0 0,-2 0-1 0 0,2-1-1 0 0,-8-2 1146 0 0,10 4-1136 0 0,0 1 1 0 0,-1 0 0 0 0,1 0 0 0 0,0 0 0 0 0,-1 0 0 0 0,1 0-1 0 0,0 3 989 0 0,-3-6-947 0 0,-1 1-60 0 0,2 0 9 0 0,-1-1 0 0 0,0 1 1 0 0,0 0-1 0 0,1-1 0 0 0,-1 1 1 0 0,0 0-1 0 0,1-1 1 0 0,-1 1-1 0 0,0-1 0 0 0,1 1 1 0 0,-1-1-1 0 0,1 1 0 0 0,-1-1 1 0 0,1 1-1 0 0,-1-1 0 0 0,1 0 1 0 0,-1 1-1 0 0,1-1 0 0 0,0 0 1 0 0,-1 1-1 0 0,1-1 0 0 0,0 0 1 0 0,-1-1-1 0 0,-1 1-85 0 0,4 13 97 0 0,-2-11-9 0 0,0-1 0 0 0,0 0-1 0 0,0 1 1 0 0,0-1 0 0 0,0 0-1 0 0,-1 1 1 0 0,1-1 0 0 0,0 1 0 0 0,0-1-1 0 0,0 0 1 0 0,0 1 0 0 0,-1-1-1 0 0,1 0 1 0 0,0 1 0 0 0,0-1 0 0 0,-1 0-1 0 0,1 1 1 0 0,0-1 0 0 0,-1 0-1 0 0,1 0 1 0 0,0 1 0 0 0,-1-1 0 0 0,1 0-1 0 0,0 0 1 0 0,-1 0 0 0 0,1 0-1 0 0,0 1 1 0 0,-1-1 0 0 0,1 0 0 0 0,-1 0-1 0 0,1 0 1 0 0,0 0 0 0 0,-1 0-1 0 0,1 0 1 0 0,-1 0 0 0 0,1 0-5 0 0,0 0 1 0 0,0 0-1 0 0,-1 0 0 0 0,1 0 1 0 0,0 0-1 0 0,0 0 1 0 0,0 0-1 0 0,0 0 0 0 0,-1 0 1 0 0,1 0-1 0 0,0 0 1 0 0,0 0-1 0 0,0 0 0 0 0,0 0 1 0 0,0 0-1 0 0,-1 0 1 0 0,1 0-1 0 0,0 0 0 0 0,0 0 1 0 0,0 0-1 0 0,0 0 1 0 0,0 0-1 0 0,-1 0 0 0 0,1 0 1 0 0,0 0-1 0 0,0 0 1 0 0,0 0-1 0 0,0-1 0 0 0,0 1 1 0 0,0 0-1 0 0,-1 0 1 0 0,1 0-1 0 0,0 0 0 0 0,0 0 1 0 0,0 0-1 0 0,0-1 1 0 0,0 1-1 0 0,0 0 0 0 0,0 0 1 0 0,0 0-1 0 0,0 0 1 0 0,0 0-1 0 0,0-1 0 0 0,0 1 1 0 0,0 0-1 0 0,0 0 1 0 0,0 0-1 0 0,0 0 0 0 0,4-7-53 0 0,-3 7 44 0 0,0-1 0 0 0,0 0 0 0 0,0 0 1 0 0,0 1-1 0 0,0-1 0 0 0,1 1 0 0 0,-1-1 0 0 0,0 1 0 0 0,0 0 0 0 0,1-1 1 0 0,-1 1-1 0 0,0 0 0 0 0,0 0 0 0 0,1 0 0 0 0,-1 0 0 0 0,0 0 1 0 0,1 0-1 0 0,-1 0 0 0 0,0 0 0 0 0,0 0 0 0 0,1 1 0 0 0,-1-1 1 0 0,0 0-1 0 0,0 1 0 0 0,1-1 0 0 0,-1 1 0 0 0,0 0 0 0 0,0-1 1 0 0,0 1-1 0 0,0 0 0 0 0,0 0 0 0 0,1 0 0 0 0,-2 0 8 0 0,0 0 291 0 0,-20-3-104 0 0,20 2-242 0 0,4-1-20 0 0,-4 0 74 0 0,0 1 0 0 0,0 0 0 0 0,0 0-1 0 0,1 0 1 0 0,-1 0 0 0 0,0-1 0 0 0,0 1 0 0 0,0 0-1 0 0,0 0 1 0 0,1 0 0 0 0,-1 0 0 0 0,0 0-1 0 0,0 0 1 0 0,0-1 0 0 0,1 1 0 0 0,-1 0 0 0 0,0 0-1 0 0,0 0 1 0 0,0 0 0 0 0,1 0 0 0 0,-1 0-1 0 0,0 0 1 0 0,0 0 0 0 0,1 0 0 0 0,-1 0-1 0 0,0 0 1 0 0,0 0 0 0 0,0 0 0 0 0,1 0 0 0 0,-1 0-1 0 0,0 0 1 0 0,0 0 0 0 0,1 1 0 0 0,-1-1-1 0 0,0 0 1 0 0,0 0 0 0 0,0 0 0 0 0,0 0-1 0 0,1 0 1 0 0,-1 0 0 0 0,0 1 0 0 0,0-1 0 0 0,0 0-1 0 0,0 0 1 0 0,1 0 0 0 0,-1 0 0 0 0,0 1-1 0 0,0-1 1 0 0,1 12 277 0 0,-1-11-270 0 0,0-1 1 0 0,0 0-1 0 0,-1 0 0 0 0,1 0 1 0 0,0 0-1 0 0,0 0 0 0 0,0 0 0 0 0,-1 0 1 0 0,1 0-1 0 0,0 0 0 0 0,0 1 0 0 0,0-1 1 0 0,-1 0-1 0 0,1 0 0 0 0,0 0 1 0 0,0 0-1 0 0,0 0 0 0 0,-1 0 0 0 0,1 0 1 0 0,0 0-1 0 0,0 0 0 0 0,0 0 0 0 0,-1-1 1 0 0,1 1-1 0 0,0 0 0 0 0,0 0 1 0 0,0 0-1 0 0,-1 0 0 0 0,1 0 0 0 0,0 0 1 0 0,0 0-1 0 0,0 0 0 0 0,0-1 0 0 0,-1 1 1 0 0,1 0-1 0 0,0 0 0 0 0,0 0 1 0 0,0 0-1 0 0,0-1 0 0 0,0 1 0 0 0,-1 0 1 0 0,1 0-1 0 0,0-1 0 0 0,0 1-9 0 0,-1-1 1 0 0,1 1-1 0 0,0-1 0 0 0,-1 0 0 0 0,1 1 0 0 0,0-1 1 0 0,-1 0-1 0 0,1 1 0 0 0,0-1 0 0 0,0 0 0 0 0,0 1 0 0 0,-1-1 1 0 0,1 0-1 0 0,0 1 0 0 0,0-1 0 0 0,0 0 0 0 0,0 0 1 0 0,0 1-1 0 0,1-1 0 0 0,-1 0 0 0 0,0 1 0 0 0,0-1 0 0 0,0 0 1 0 0,0 1-1 0 0,1-1 0 0 0,0-1 0 0 0,-1 1 0 0 0,0 0-1 0 0,1 1 1 0 0,-1-1-1 0 0,0 0 1 0 0,1 1-1 0 0,-1-1 1 0 0,1 0 0 0 0,-1 0-1 0 0,1 1 1 0 0,0-1-1 0 0,-1 1 1 0 0,1-1-1 0 0,-1 1 1 0 0,1-1-1 0 0,0 1 1 0 0,0-1-1 0 0,-1 1 1 0 0,1-1 0 0 0,0 1-1 0 0,0 0 1 0 0,1-1-1 0 0,-6 6 229 0 0,-1 2-509 0 0,-1-4-4509 0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13T18:11:11.956"/>
    </inkml:context>
    <inkml:brush xml:id="br0">
      <inkml:brushProperty name="width" value="0.025" units="cm"/>
      <inkml:brushProperty name="height" value="0.025" units="cm"/>
      <inkml:brushProperty name="color" value="#FFFFFF"/>
    </inkml:brush>
  </inkml:definitions>
  <inkml:trace contextRef="#ctx0" brushRef="#br0">35 1 14661,'-21'-1'0,"7"28"0,49-53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13T18:12:33.60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146 358 13791 0 0,'0'-1'93'0'0,"-1"1"0"0"0,1-1 0 0 0,0 1 0 0 0,0-1 1 0 0,-1 1-1 0 0,1-1 0 0 0,0 1 0 0 0,0-1 0 0 0,-1 1 0 0 0,1-1 0 0 0,0 1 0 0 0,0-1 0 0 0,0 0 0 0 0,0 1 0 0 0,0-1 0 0 0,0 1 0 0 0,0-1 0 0 0,0 1 0 0 0,0-1 0 0 0,0 0 0 0 0,0 1 0 0 0,0-1 0 0 0,1 1 0 0 0,-1-1 0 0 0,0 0 0 0 0,6-16 332 0 0,-6 17-423 0 0,11-34 110 0 0,11-25 928 0 0,-19 52-844 0 0,1-1 1 0 0,-1 1-1 0 0,2 0 0 0 0,-1 1 1 0 0,8-10-1 0 0,8 0 347 0 0,-19 15-520 0 0,0 0 0 0 0,0 0 1 0 0,0 1-1 0 0,0-1 0 0 0,1 1 0 0 0,-1-1 0 0 0,0 1 0 0 0,0-1 0 0 0,1 1 0 0 0,-1 0 1 0 0,0-1-1 0 0,0 1 0 0 0,1 0 0 0 0,-1 0 0 0 0,0 0 0 0 0,3 0 0 0 0,-4 1-22 0 0,0-1 0 0 0,1 0 0 0 0,-1 0 0 0 0,0 0 0 0 0,0 1 0 0 0,0-1 0 0 0,0 0-1 0 0,1 0 1 0 0,-1 0 0 0 0,0 1 0 0 0,0-1 0 0 0,0 0 0 0 0,0 0 0 0 0,0 1 0 0 0,0-1 0 0 0,1 0 0 0 0,-1 0-1 0 0,0 1 1 0 0,0-1 0 0 0,0 0 0 0 0,0 1 0 0 0,0-1 0 0 0,0 0 0 0 0,0 0 0 0 0,0 1 0 0 0,0-1 0 0 0,-1 0 0 0 0,1 1-1 0 0,0-1 1 0 0,0 0 0 0 0,0 0 0 0 0,0 1 0 0 0,0-1 0 0 0,0 0 0 0 0,0 0 0 0 0,-1 0 0 0 0,1 1 0 0 0,0-1-1 0 0,0 0 1 0 0,0 0 0 0 0,-1 1 0 0 0,-8 11 41 0 0,8-11-47 0 0,-59 83 243 0 0,30-39-175 0 0,25-39 684 0 0,11-14-169 0 0,18-26 2 0 0,-1 1-251 0 0,48-54 0 0 0,-58 75-150 0 0,-13 15-103 0 0,-5 7-67 0 0,-20 30 32 0 0,-22 39 35 0 0,47-79-75 0 0,0 0 1 0 0,0 0-1 0 0,0 0 0 0 0,0 1 0 0 0,-1-1 1 0 0,1 0-1 0 0,0 1 0 0 0,0-1 0 0 0,0 0 0 0 0,0 0 1 0 0,0 1-1 0 0,0-1 0 0 0,0 0 0 0 0,0 1 1 0 0,-1-1-1 0 0,1 0 0 0 0,0 0 0 0 0,0 1 1 0 0,0-1-1 0 0,1 0 0 0 0,-1 1 0 0 0,0-1 0 0 0,0 0 1 0 0,0 1-1 0 0,0-1 0 0 0,0 0 0 0 0,0 0 1 0 0,0 1-1 0 0,8-2 81 0 0,9-9 72 0 0,-12 4-79 0 0,0 0-1 0 0,0 0 0 0 0,0 0 1 0 0,-1-1-1 0 0,0 0 1 0 0,4-8-1 0 0,-3 5-56 0 0,0 0 1 0 0,7-9-1 0 0,-12 19-18 0 0,0 0 0 0 0,0 0 0 0 0,0 0 0 0 0,0 0 0 0 0,0 0 0 0 0,0-1 0 0 0,0 1 0 0 0,0 0 0 0 0,0 0 0 0 0,0 0 0 0 0,0 0 0 0 0,0 0 0 0 0,1-1 0 0 0,-1 1 0 0 0,0 0 0 0 0,0 0 0 0 0,0 0 0 0 0,0 0 0 0 0,0 0 0 0 0,0 0 0 0 0,0 0 0 0 0,0 0 0 0 0,1-1 0 0 0,-1 1 0 0 0,0 0 0 0 0,0 0 0 0 0,0 0 0 0 0,0 0 0 0 0,0 0 0 0 0,0 0 0 0 0,1 0 0 0 0,-1 0 0 0 0,0 0 0 0 0,0 0 0 0 0,0 0 0 0 0,0 0 0 0 0,0 0 0 0 0,0 0 0 0 0,1 0 0 0 0,-1 0 0 0 0,0 0 0 0 0,0 0 0 0 0,0 0 0 0 0,0 0 0 0 0,1 0 0 0 0,-2 8 0 0 0,-6 12 0 0 0,-14 33 0 0 0,30-76 286 0 0,-2 2-49 0 0,13-23 0 0 0,-20 43-248 0 0,-1 4 6 0 0,-7 10 5 0 0,5-9-3 0 0,1 1 1 0 0,-1 0 0 0 0,1-1-1 0 0,-3 11 1 0 0,5-15 3 0 0,0 0 1 0 0,0 0-1 0 0,0 1 0 0 0,0-1 1 0 0,0 0-1 0 0,0 0 0 0 0,0 0 0 0 0,-1 0 1 0 0,1 1-1 0 0,0-1 0 0 0,0 0 1 0 0,0 0-1 0 0,0 0 0 0 0,0 0 1 0 0,-1 0-1 0 0,1 0 0 0 0,0 0 0 0 0,0 0 1 0 0,0 0-1 0 0,-1 1 0 0 0,1-1 1 0 0,0 0-1 0 0,0 0 0 0 0,0 0 0 0 0,-1 0 1 0 0,1 0-1 0 0,0 0 0 0 0,0 0 1 0 0,0 0-1 0 0,0 0 0 0 0,-1 0 1 0 0,1-1-1 0 0,0 1 0 0 0,0 0 0 0 0,0 0 1 0 0,-1 0-1 0 0,1 0 0 0 0,0 0 1 0 0,0 0-1 0 0,0 0 0 0 0,0 0 1 0 0,-1 0-1 0 0,1-1 0 0 0,0 1 0 0 0,0 0 0 0 0,0 0 0 0 0,0 0 1 0 0,-1 0-1 0 0,1 0 0 0 0,0 0 0 0 0,0 0 0 0 0,0 0 0 0 0,0 0 0 0 0,0-1 0 0 0,0 1 1 0 0,-1 0-1 0 0,1 0 0 0 0,0 0 0 0 0,0 0 0 0 0,0 0 0 0 0,0 0 0 0 0,0 0 0 0 0,0 0 1 0 0,0-1-1 0 0,0 1 0 0 0,0 0 0 0 0,0 0 0 0 0,0 0 0 0 0,0 0 0 0 0,0 0 0 0 0,-1-1 0 0 0,1 1 1 0 0,0 0-1 0 0,0 0 0 0 0,0 0 0 0 0,0 0 0 0 0,0 0 0 0 0,0-1 0 0 0,1 1 0 0 0,-1 0 1 0 0,0 0-1 0 0,0 0 0 0 0,0 0 0 0 0,0 0 0 0 0,0 0 0 0 0,0-1 0 0 0,0 1 0 0 0,0 0 0 0 0,0 0 1 0 0,0 0-1 0 0,0 0 0 0 0,0 0 0 0 0,0 0 0 0 0,1 0 0 0 0,-1-1 0 0 0,0 1 0 0 0,0 0 1 0 0,0 0-1 0 0,0 0 0 0 0,0 0 0 0 0,0 0 0 0 0,1 0 0 0 0,-1 0 0 0 0,0 0 0 0 0,0 0 1 0 0,0 0-1 0 0,0 0 0 0 0,0 0 0 0 0,0 0 0 0 0,1 0 0 0 0,0-1 9 0 0,0 0-1 0 0,0 0 1 0 0,0 0-1 0 0,0 0 1 0 0,0 0 0 0 0,0 0-1 0 0,-1 0 1 0 0,1-1-1 0 0,0 1 1 0 0,0 0-1 0 0,-1 0 1 0 0,1-1 0 0 0,-1 1-1 0 0,1 0 1 0 0,-1-1-1 0 0,1-1 1 0 0,6-15 83 0 0,23-20 107 0 0,-29 37-200 0 0,0 1 0 0 0,-1 0 0 0 0,0 0 11 0 0,0 0 46 0 0,-11 24 27 0 0,2-4-99 0 0,1 0 0 0 0,-6 23 0 0 0,5-16-7 0 0,17-56 73 0 0,-5 19-80 0 0,0-1-1 0 0,1 1 1 0 0,-1 0 0 0 0,2 0-1 0 0,6-11 1 0 0,-4 9 91 0 0,-7 11-8 0 0,0 3-5 0 0,-3 7-22 0 0,-13 24-62 0 0,12-26 24 0 0,1-1 0 0 0,0 1-1 0 0,-5 13 1 0 0,28-54 123 0 0,-18 28-73 0 0,1 1-1 0 0,0 0 1 0 0,0-1 0 0 0,0 1-1 0 0,7-7 1 0 0,-4 3 145 0 0,-4 7-186 0 0,0 0 0 0 0,0 0 1 0 0,0-1-1 0 0,0 1 0 0 0,0 1 0 0 0,1-1 0 0 0,-1 0 0 0 0,0 0 0 0 0,1 1 1 0 0,0 0-1 0 0,-1-1 0 0 0,4 0 0 0 0,-6 2 2 0 0,0 0 0 0 0,0 0 1 0 0,0 0-1 0 0,0 0 0 0 0,0 0 0 0 0,0 0 0 0 0,0 0 0 0 0,0 0 0 0 0,0 0 0 0 0,0 0 1 0 0,1 0-1 0 0,-1 0 0 0 0,0 0 0 0 0,0 0 0 0 0,0 0 0 0 0,0 0 0 0 0,0 1 1 0 0,0-1-1 0 0,0 0 0 0 0,0 0 0 0 0,0 0 0 0 0,0 0 0 0 0,0 0 0 0 0,0 0 0 0 0,0 0 1 0 0,0 0-1 0 0,0 0 0 0 0,0 0 0 0 0,0 0 0 0 0,0 0 0 0 0,0 0 0 0 0,0 0 1 0 0,0 0-1 0 0,0 1 0 0 0,0-1 0 0 0,0 0 0 0 0,0 0 0 0 0,0 0 0 0 0,0 0 1 0 0,0 0-1 0 0,0 0 0 0 0,0 0 0 0 0,0 0 0 0 0,0 0 0 0 0,0 0 0 0 0,0 0 0 0 0,0 0 1 0 0,0 1-1 0 0,0-1 0 0 0,0 0 0 0 0,0 0 0 0 0,0 0 0 0 0,0 0 0 0 0,0 0 1 0 0,0 0-1 0 0,0 0 0 0 0,0 0 0 0 0,0 0 0 0 0,0 0 0 0 0,0 0 0 0 0,0 0 0 0 0,0 0 1 0 0,0 0-1 0 0,-1 0 0 0 0,1 0 0 0 0,-7 8 20 0 0,-12 8 14 0 0,17-15-33 0 0,1 0-1 0 0,-1 1 0 0 0,1-1 0 0 0,-1 1 0 0 0,1-1 0 0 0,0 1 0 0 0,0 0 0 0 0,0-1 0 0 0,0 1 0 0 0,0 0 0 0 0,0 0 0 0 0,1 0 0 0 0,-1 0 0 0 0,0 3 0 0 0,-5 12 0 0 0,-2 7 64 0 0,6-16-64 0 0,4-15 0 0 0,-1 3-8 0 0,1 0 0 0 0,0 0 0 0 0,0 1 0 0 0,1-1 0 0 0,-1 0 0 0 0,1 1 0 0 0,3-4 0 0 0,-8 9 8 0 0,1 0 0 0 0,0 0 0 0 0,0 0 0 0 0,-1 0 0 0 0,1 0 0 0 0,1 0 0 0 0,-1 0 0 0 0,0 1 0 0 0,0 2 0 0 0,-6 12 0 0 0,8-20 0 0 0,2-13 0 0 0,-3 15 0 0 0,0 1 0 0 0,0-1 0 0 0,0 0 0 0 0,0 1 0 0 0,0-1 0 0 0,0 1 0 0 0,0-1 0 0 0,0 0 0 0 0,0 1 0 0 0,0-1 0 0 0,0 0 0 0 0,0 1 0 0 0,0-1 0 0 0,-1 1 0 0 0,1-1 0 0 0,0 1 0 0 0,0-1 0 0 0,-1 1 0 0 0,1-1 0 0 0,0 1 0 0 0,-1-1 0 0 0,1 1 0 0 0,-1-1 0 0 0,0 0 0 0 0,0 2 0 0 0,0 0 0 0 0,0 0 0 0 0,0 1 0 0 0,0-1 0 0 0,0 0 0 0 0,0 0 0 0 0,0 0 0 0 0,0 1 0 0 0,1-1 0 0 0,-1 0 0 0 0,0 1 0 0 0,1-1 0 0 0,-1 3 0 0 0,-1-1 0 0 0,-5 11 16 0 0,9-28 0 0 0,0 8-16 0 0,-1-1 0 0 0,0 0 0 0 0,0-10 0 0 0,-8 26 0 0 0,-9 19-41 0 0,12-20 2 0 0,0-1 1 0 0,-8 12-1 0 0,10-16 33 0 0,0-1 1 0 0,-1 0-1 0 0,1 0 1 0 0,0 1-1 0 0,-1-2 1 0 0,1 1-1 0 0,-1 0 0 0 0,1 0 1 0 0,-1-1-1 0 0,0 1 1 0 0,-3 0-1 0 0,6-2 7 0 0,0 0 1 0 0,-1 1-1 0 0,1-1 0 0 0,0 0 0 0 0,-1 0 1 0 0,1 0-1 0 0,0 0 0 0 0,0 0 0 0 0,-1 0 1 0 0,1 0-1 0 0,0 0 0 0 0,-1 0 0 0 0,1 0 0 0 0,0 0 1 0 0,0 0-1 0 0,-1 0 0 0 0,1 0 0 0 0,0 0 1 0 0,-1 0-1 0 0,1 0 0 0 0,0-1 0 0 0,0 1 1 0 0,-1 0-1 0 0,1 0 0 0 0,0 0 0 0 0,0 0 1 0 0,-1 0-1 0 0,1-1 0 0 0,0 1 0 0 0,0 0 1 0 0,0 0-1 0 0,-1-1 0 0 0,1 1 0 0 0,0 0 0 0 0,-2-13 96 0 0,6-13 51 0 0,-4 25-148 0 0,8-21 75 0 0,-6 18-80 0 0,-1 0 0 0 0,1 0 0 0 0,-1-1 1 0 0,1 1-1 0 0,-2 0 0 0 0,1-1 1 0 0,0 1-1 0 0,-1-7 0 0 0,0 11 5 0 0,0 0 0 0 0,0-1 0 0 0,-1 1 0 0 0,1 0 0 0 0,0 0 0 0 0,-1 0 0 0 0,1 0 1 0 0,0 0-1 0 0,0-1 0 0 0,-1 1 0 0 0,1 0 0 0 0,0 0 0 0 0,-1 0 0 0 0,1 0 0 0 0,0 0 0 0 0,-1 0 0 0 0,1 0 0 0 0,0 0 0 0 0,-1 0 0 0 0,1 0 0 0 0,0 0 0 0 0,-1 0 0 0 0,1 0 0 0 0,0 0 0 0 0,-1 1 0 0 0,1-1 1 0 0,0 0-1 0 0,-1 0 0 0 0,1 0 0 0 0,0 0 0 0 0,-1 1 0 0 0,1-1 0 0 0,0 0 0 0 0,0 0 0 0 0,-1 1 0 0 0,1-1 0 0 0,0 1 0 0 0,-13 8-55 0 0,3 0 53 0 0,1 1 0 0 0,0 0 1 0 0,1 1-1 0 0,-13 21 0 0 0,16-23-3 0 0,-1 0-1 0 0,1 0 1 0 0,-2 0 0 0 0,1-1-1 0 0,-1 0 1 0 0,-1 0-1 0 0,1-1 1 0 0,-1 0 0 0 0,-10 6-1 0 0,18-13 18 0 0,0 1 0 0 0,0-1 0 0 0,-1 0 0 0 0,1 1 0 0 0,0-1 0 0 0,-1 0-1 0 0,1 0 1 0 0,0 1 0 0 0,-1-1 0 0 0,1 0 0 0 0,-1 0 0 0 0,1 0 0 0 0,0 0 0 0 0,-1 1 0 0 0,1-1 0 0 0,-1 0 0 0 0,1 0 0 0 0,-1 0-1 0 0,1 0 1 0 0,0 0 0 0 0,-1 0 0 0 0,1 0 0 0 0,-1 0 0 0 0,1 0 0 0 0,-1 0 0 0 0,1 0 0 0 0,0-1 0 0 0,-1 1 0 0 0,0 0 0 0 0,1-1 0 0 0,0 0 1 0 0,0 1 0 0 0,0-1 0 0 0,0 0 0 0 0,0 0 0 0 0,0 1 0 0 0,0-1-1 0 0,0 0 1 0 0,0 1 0 0 0,0-1 0 0 0,1 0 0 0 0,-1 0 0 0 0,0 1 0 0 0,0-1-1 0 0,1 0 1 0 0,16-28 151 0 0,-8 14-161 0 0,0-1 1 0 0,0 1-1 0 0,11-34 1 0 0,-12 29-4 0 0,0 1-1 0 0,16-26 1 0 0,2 7 0 0 0,-42 60-51 0 0,1 0 1 0 0,-13 27-1 0 0,11-15 34 0 0,14-25 17 0 0,-1-1 1 0 0,0 1-1 0 0,-1-1 0 0 0,0 0 0 0 0,0-1 0 0 0,-1 1 0 0 0,0-1 0 0 0,-11 11 0 0 0,5-8 28 0 0,4-4 34 0 0,0 0 0 0 0,1 1 0 0 0,0 0 0 0 0,0 0 0 0 0,-8 12 0 0 0,26-50 514 0 0,-2 16-499 0 0,1 0 1 0 0,14-15-1 0 0,-10 14-73 0 0,11-19 0 0 0,9-22-21 0 0,-18 28 17 0 0,2 0 1 0 0,41-51-1 0 0,-56 77-5 0 0,-2 1-1 0 0,1 0-1 0 0,-1 0 1 0 0,1 1-1 0 0,-1-1 1 0 0,1 0-1 0 0,0 1 1 0 0,0-1-1 0 0,0 1 1 0 0,-1 0-1 0 0,1 0 1 0 0,1 0-1 0 0,-1 0 1 0 0,2-1-1 0 0,-21 21 218 0 0,-11 19-465 0 0,-44 77 1 0 0,54-82 298 0 0,12-19-59 0 0,-1 0-1 0 0,-1-1 1 0 0,0 0-1 0 0,-1 0 1 0 0,-1-1 0 0 0,-16 17-1 0 0,20-24 60 0 0,1 0-1 0 0,0 0 0 0 0,-4 7 1 0 0,8-11-43 0 0,0 1 0 0 0,0 0-1 0 0,0-1 1 0 0,0 1 0 0 0,0 0 0 0 0,0-1-1 0 0,0 1 1 0 0,1 0 0 0 0,-1 0 0 0 0,1 0-1 0 0,-1 0 1 0 0,1 0 0 0 0,0 0 0 0 0,0 0 0 0 0,0 0-1 0 0,0 2 1 0 0,0-3-2 0 0,0-1 0 0 0,0 0 0 0 0,0 0 0 0 0,0 0 0 0 0,1 1 0 0 0,-1-1 0 0 0,0 0 0 0 0,0 0 0 0 0,0 0 0 0 0,0 0 0 0 0,1 1 0 0 0,-1-1 0 0 0,0 0 0 0 0,0 0 0 0 0,0 0 0 0 0,0 0 0 0 0,1 0 0 0 0,-1 0 0 0 0,0 0 0 0 0,0 1 0 0 0,1-1 0 0 0,-1 0 0 0 0,0 0 0 0 0,0 0 0 0 0,0 0 0 0 0,1 0 0 0 0,-1 0 0 0 0,0 0 0 0 0,0 0 0 0 0,1 0 0 0 0,-1 0 0 0 0,0 0 0 0 0,0 0 0 0 0,0 0 0 0 0,1-1 0 0 0,-1 1 0 0 0,0 0 0 0 0,0 0 0 0 0,0 0 0 0 0,1 0 0 0 0,-1 0 0 0 0,0 0 0 0 0,0 0 0 0 0,0-1 0 0 0,0 1 0 0 0,1 0 0 0 0,-1 0 0 0 0,0 0 0 0 0,0 0 0 0 0,0-1 0 0 0,0 1 0 0 0,13-11 0 0 0,-12 9 0 0 0,37-29 0 0 0,-27 22 0 0 0,-1 1 0 0 0,1-2 0 0 0,-2 1 0 0 0,1-1 0 0 0,8-13 0 0 0,-7 4 0 0 0,-8 14 0 0 0,0 0 0 0 0,0 0 0 0 0,0 0 0 0 0,1 0 0 0 0,-1 0 0 0 0,1 1 0 0 0,8-7 0 0 0,-12 11 0 0 0,0 0 0 0 0,0 0 0 0 0,0 0 0 0 0,0 0 0 0 0,0 0 0 0 0,0 0 0 0 0,0 0 0 0 0,0 0 0 0 0,0-1 0 0 0,0 1 0 0 0,0 0 0 0 0,0 0 0 0 0,1 0 0 0 0,-1 0 0 0 0,0 0 0 0 0,0 0 0 0 0,0 0 0 0 0,0 0 0 0 0,0 0 0 0 0,0 0 0 0 0,0 0 0 0 0,0 0 0 0 0,0 0 0 0 0,1 0 0 0 0,-1 0 0 0 0,0 0 0 0 0,0 0 0 0 0,0 0 0 0 0,0 0 0 0 0,0 0 0 0 0,0 0 0 0 0,0 0 0 0 0,0 0 0 0 0,0 0 0 0 0,0 0 0 0 0,1 0 0 0 0,-1 0 0 0 0,0 0 0 0 0,0 0 0 0 0,0 1 0 0 0,0-1 0 0 0,0 0 0 0 0,0 0 0 0 0,0 0 0 0 0,0 0 0 0 0,0 0 0 0 0,0 0 0 0 0,0 0 0 0 0,0 0 0 0 0,0 0 0 0 0,0 0 0 0 0,0 0 0 0 0,0 1 0 0 0,1-1 0 0 0,-1 0 0 0 0,0 0 0 0 0,0 0 0 0 0,0 0 0 0 0,0 0 0 0 0,-1 9 0 0 0,-5 10 0 0 0,-42 88 7 0 0,14-34-86 0 0,24-56 79 0 0,8-14-2 0 0,0 1-1 0 0,0-1 0 0 0,0 1 1 0 0,1-1-1 0 0,-3 8 0 0 0,4-11 3 0 0,1 0-1 0 0,-1 1 0 0 0,0-1 1 0 0,0 0-1 0 0,1 0 1 0 0,-1 1-1 0 0,0-1 1 0 0,0 0-1 0 0,1 0 1 0 0,-1 0-1 0 0,0 0 1 0 0,1 1-1 0 0,-1-1 0 0 0,0 0 1 0 0,1 0-1 0 0,-1 0 1 0 0,0 0-1 0 0,1 0 1 0 0,-1 0-1 0 0,0 0 1 0 0,1 0-1 0 0,-1 0 1 0 0,0 0-1 0 0,1 0 0 0 0,-1 0 1 0 0,0 0-1 0 0,1 0 1 0 0,-1 0-1 0 0,0 0 1 0 0,1 0-1 0 0,-1-1 1 0 0,0 1-1 0 0,1 0 1 0 0,-1 0-1 0 0,14-4 92 0 0,-10 1-73 0 0,-1 0 0 0 0,0 0 0 0 0,1 0 0 0 0,-1 0 0 0 0,0-1 0 0 0,-1 1 0 0 0,1-1 0 0 0,-1 0 0 0 0,1 1 0 0 0,-1-1 0 0 0,0 0 0 0 0,2-9 0 0 0,-1 6 48 0 0,1 0 0 0 0,7-12 0 0 0,-23 66-162 0 0,7-35 95 0 0,2-5-2 0 0,1 0-1 0 0,0 0 1 0 0,-2 8-1 0 0,4-15 3 0 0,1 0-1 0 0,-1 0 1 0 0,0 0-1 0 0,0 0 1 0 0,1 0-1 0 0,-1 0 1 0 0,0 0-1 0 0,0 0 1 0 0,1 0-1 0 0,-1 0 1 0 0,0 0-1 0 0,0 0 1 0 0,1 0-1 0 0,-1 0 1 0 0,0-1-1 0 0,0 1 1 0 0,0 0-1 0 0,1 0 1 0 0,-1 0-1 0 0,0 0 1 0 0,0 0-1 0 0,0 0 0 0 0,1-1 1 0 0,-1 1-1 0 0,0 0 1 0 0,0 0-1 0 0,0 0 1 0 0,0-1-1 0 0,1 1 1 0 0,-1 0-1 0 0,0 0 1 0 0,0-1-1 0 0,0 1 1 0 0,9-9-29 0 0,40-72 30 0 0,-63 97 0 0 0,5-1 0 0 0,9-14 0 0 0,0-2 0 0 0,0-1 0 0 0,1-1 0 0 0,-1 1 0 0 0,1 0 0 0 0,0 0 0 0 0,-1-1 0 0 0,1 1 0 0 0,0 0 0 0 0,0 0 0 0 0,1 0 0 0 0,-1 0 0 0 0,0 0 0 0 0,3-2 0 0 0,-2 1 0 0 0,-1 0 0 0 0,0 2 0 0 0,-1 0 0 0 0,1 0 0 0 0,-1 0 0 0 0,1 0 0 0 0,-1 0 0 0 0,1 0 0 0 0,0 0 0 0 0,-1 0 0 0 0,1 0 0 0 0,0 0 0 0 0,0 1 0 0 0,0-1 0 0 0,0 0 0 0 0,0 0 0 0 0,0 1 0 0 0,0-1 0 0 0,1 0 0 0 0,-2 2 0 0 0,0-1 0 0 0,0 1 0 0 0,1 0 0 0 0,-1 0 0 0 0,0 0 0 0 0,0 0 0 0 0,0-1 0 0 0,-1 1 0 0 0,1 0 0 0 0,0 0 0 0 0,0 0 0 0 0,0 0 0 0 0,-1-1 0 0 0,1 1 0 0 0,0 0 0 0 0,-1 0 0 0 0,1 0 0 0 0,0-1 0 0 0,-1 1 0 0 0,1 0 0 0 0,-1-1 0 0 0,0 1 0 0 0,1 0 0 0 0,-1-1 0 0 0,1 1 0 0 0,-1-1 0 0 0,0 1 0 0 0,1-1 0 0 0,-1 1 0 0 0,0-1 0 0 0,0 1 0 0 0,0-1 0 0 0,0 0 0 0 0,0 1 0 0 0,0-1 0 0 0,0 1 0 0 0,0-1 0 0 0,0 1 0 0 0,1-1 0 0 0,-1 1 0 0 0,0-1 0 0 0,0 1 0 0 0,1 0 0 0 0,-1 0 0 0 0,0-1 0 0 0,1 1 0 0 0,-1 0 0 0 0,1 0 0 0 0,-1-1 0 0 0,1 1 0 0 0,0 0 0 0 0,-1 0 0 0 0,1 0 0 0 0,-1 2 0 0 0,2 1 0 0 0,0-4 0 0 0,0-9 0 0 0,-1 8 1 0 0,0 1-1 0 0,0 0 1 0 0,0-1 0 0 0,0 1-1 0 0,-1-1 1 0 0,1 1 0 0 0,0-1-1 0 0,0 1 1 0 0,0-1 0 0 0,0 1-1 0 0,0 0 1 0 0,0-1-1 0 0,0 1 1 0 0,0-1 0 0 0,0 1-1 0 0,0-1 1 0 0,1 1 0 0 0,-1-1-1 0 0,0 1 1 0 0,0 0 0 0 0,0-1-1 0 0,0 1 1 0 0,1-1 0 0 0,-1 1-1 0 0,0 0 1 0 0,1-1 0 0 0,4-5 5 0 0,1-5-6 0 0,-5 8 0 0 0,1 0 0 0 0,-1 0 0 0 0,1 0 0 0 0,0 0 0 0 0,0 0 0 0 0,0 1 0 0 0,1-1 0 0 0,-1 1 0 0 0,4-4 0 0 0,23-13 0 0 0,-40 28 0 0 0,9-7 0 0 0,0 0 0 0 0,1 0 0 0 0,-2 0 0 0 0,1 0 0 0 0,0-1 0 0 0,0 1 0 0 0,0-1 0 0 0,-1 0 0 0 0,1 0 0 0 0,-1 1 0 0 0,1-2 0 0 0,-5 2 0 0 0,27-20 0 0 0,-19 18-2 0 0,-1-1 1 0 0,1 1-1 0 0,0-1 0 0 0,0 1 0 0 0,0-1 0 0 0,0 1 1 0 0,-1 0-1 0 0,1-1 0 0 0,0 1 0 0 0,0 0 1 0 0,0 0-1 0 0,0 0 0 0 0,0-1 0 0 0,0 1 0 0 0,0 0 1 0 0,0 0-1 0 0,1 1 0 0 0,-2-1 1 0 0,1 1 0 0 0,-1-1 0 0 0,0 1 0 0 0,0-1 0 0 0,0 1-1 0 0,1-1 1 0 0,-1 1 0 0 0,0-1 0 0 0,0 1 0 0 0,0 0 0 0 0,0-1 0 0 0,0 1 0 0 0,0-1 0 0 0,0 1 0 0 0,0-1-1 0 0,0 1 1 0 0,-1 0 0 0 0,1-1 0 0 0,0 1 0 0 0,0-1 0 0 0,0 1 0 0 0,-1-1 0 0 0,1 1 0 0 0,0-1-1 0 0,-1 1 1 0 0,1-1 0 0 0,0 0 0 0 0,-1 2 0 0 0,-23 27 1 0 0,28-34 0 0 0,0 0 0 0 0,1 0 0 0 0,-1 0 0 0 0,1 0 0 0 0,0 1 0 0 0,0 0 0 0 0,1 0 0 0 0,-1 0 0 0 0,12-6 0 0 0,-17 10 0 0 0,0 0 0 0 0,0 0 0 0 0,0 1 0 0 0,0-1 0 0 0,0 0 0 0 0,0 0 0 0 0,0 0 0 0 0,0 0 0 0 0,0 0 0 0 0,0 0 0 0 0,0 0 0 0 0,0 0 0 0 0,0 0 0 0 0,0 0 0 0 0,0 0 0 0 0,0 0 0 0 0,0 0 0 0 0,0 0 0 0 0,0 0 0 0 0,0 0 0 0 0,1 0 0 0 0,-1 1 0 0 0,0-1 0 0 0,0 0 0 0 0,0 0 0 0 0,0 0 0 0 0,0 0 0 0 0,0 0 0 0 0,0 0 0 0 0,0 0 0 0 0,0 0 0 0 0,0 0 0 0 0,0 0 0 0 0,0 0 0 0 0,0 0 0 0 0,0 0 0 0 0,0 0 0 0 0,0 0 0 0 0,0 0 0 0 0,0 0 0 0 0,1 0 0 0 0,-1 0 0 0 0,0 0 0 0 0,0 0 0 0 0,0 0 0 0 0,0 0 0 0 0,0 0 0 0 0,0 0 0 0 0,0 0 0 0 0,0 0 0 0 0,0 0 0 0 0,0 0 0 0 0,0 0 0 0 0,0 0 0 0 0,0 0 0 0 0,0 0 0 0 0,0 0 0 0 0,0 0 0 0 0,0 0 0 0 0,1 0 0 0 0,-1-1 0 0 0,-5 9 0 0 0,-7 7 0 0 0,11-14 0 0 0,-1 1 0 0 0,0 0 0 0 0,0 0 0 0 0,0 0 0 0 0,0 0 0 0 0,0 0 0 0 0,-1-1 0 0 0,1 1 0 0 0,-4 1 0 0 0,20-18 72 0 0,-7 10-72 0 0,-5 3 0 0 0,1 0 0 0 0,0 0 0 0 0,0 0 0 0 0,0 0 0 0 0,0 0 0 0 0,1 0 0 0 0,-1 1 0 0 0,0-1 0 0 0,5 0 0 0 0,-8 2 0 0 0,0 1 0 0 0,0-1 0 0 0,0 1 0 0 0,-1 0 0 0 0,1-1 0 0 0,0 1 0 0 0,0 0 0 0 0,-1-1 0 0 0,1 1 0 0 0,-1-1 0 0 0,1 1 0 0 0,-1-1 0 0 0,1 1 0 0 0,-1-1 0 0 0,1 1 0 0 0,-1-1 0 0 0,1 1 0 0 0,-1-1 0 0 0,1 0 0 0 0,-1 1 0 0 0,-1 0 0 0 0,-12 7 0 0 0,13-7 0 0 0,-1-1 0 0 0,1 1 0 0 0,-1 0 0 0 0,1-1 0 0 0,0 0 0 0 0,-1 1 0 0 0,1-1 0 0 0,-1 0 0 0 0,0 1 0 0 0,-1-1 0 0 0,2 0 0 0 0,1 0 0 0 0,0 0 0 0 0,0 0 0 0 0,0-1 0 0 0,0 1 0 0 0,0 0 0 0 0,0 0 0 0 0,0 0 0 0 0,0 0 0 0 0,0 0 0 0 0,0 0 0 0 0,-1 0 0 0 0,1 0 0 0 0,0 0 0 0 0,0 0 0 0 0,0 0 0 0 0,0 0 0 0 0,0 0 0 0 0,0-1 0 0 0,0 1 0 0 0,0 0 0 0 0,0 0 0 0 0,0 0 0 0 0,0 0 0 0 0,0 0 0 0 0,0 0 0 0 0,0 0 0 0 0,0 0 0 0 0,0 0 0 0 0,0-1 0 0 0,0 1 0 0 0,0 0 0 0 0,0 0 0 0 0,0 0 0 0 0,0 0 0 0 0,0 0 0 0 0,0 0 0 0 0,0 0 0 0 0,0 0 0 0 0,0 0 0 0 0,0-1 0 0 0,0 1 0 0 0,0 0 0 0 0,0 0 0 0 0,0 0 0 0 0,0 0 0 0 0,9-9 0 0 0,-3 4-5 0 0,15-13-30 0 0,-21 17 34 0 0,1 1 0 0 0,0-1 0 0 0,-1 0 0 0 0,1 0 0 0 0,-1 0 0 0 0,1 1 0 0 0,-1-1 0 0 0,1 0-1 0 0,-1 0 1 0 0,1 0 0 0 0,-1 0 0 0 0,0 0 0 0 0,0 0 0 0 0,1 0 0 0 0,-1 0 0 0 0,0 0 0 0 0,0 0 0 0 0,0 0 0 0 0,0 0 0 0 0,0 0 0 0 0,0 0 0 0 0,-1-1 0 0 0,-15 14 1 0 0,11-7 0 0 0,-35 19 11 0 0,32-21-7 0 0,0 2-1 0 0,0-1 1 0 0,1 1-1 0 0,-1 0 1 0 0,-11 12-1 0 0,15-13-3 0 0,2-5 0 0 0,6-11 0 0 0,11-15 0 0 0,-5 17 0 0 0,-8 8 0 0 0,0 0 0 0 0,0 0 0 0 0,0 0 0 0 0,0 0 0 0 0,-1 0 0 0 0,1 0 0 0 0,2-5 0 0 0,-6 7 1 0 0,0 1 0 0 0,0-1 0 0 0,0 0 0 0 0,0 1 0 0 0,1 0-1 0 0,-1-1 1 0 0,0 1 0 0 0,-3 2 0 0 0,-1 1-18 0 0,0 1 0 0 0,1 0 0 0 0,-1 0-1 0 0,1 1 1 0 0,0 0 0 0 0,0-1 0 0 0,0 2 0 0 0,1-1 0 0 0,0 1-1 0 0,-4 9 1 0 0,3-6-6 0 0,-1-1 0 0 0,1 0 0 0 0,-1-1 0 0 0,-11 12 0 0 0,21-25 32 0 0,-1-1-1 0 0,1 0 0 0 0,-1 0 1 0 0,-1 0-1 0 0,4-9 1 0 0,1-5 4 0 0,28-44-13 0 0,-58 84 0 0 0,2 2-42 0 0,9-8-35 0 0,-1 0 1 0 0,-27 22-1 0 0,39-36 78 0 0,1 0 0 0 0,0 0-1 0 0,0 0 1 0 0,0 1 0 0 0,0-1 0 0 0,0 0-1 0 0,0 0 1 0 0,-1 0 0 0 0,1 0 0 0 0,0 0-1 0 0,0 1 1 0 0,0-1 0 0 0,0 0 0 0 0,-1 0-1 0 0,1 0 1 0 0,0 0 0 0 0,0 0 0 0 0,0 0-1 0 0,-1 0 1 0 0,1 0 0 0 0,0 0 0 0 0,0 0-1 0 0,0 0 1 0 0,-1 0 0 0 0,1 0 0 0 0,0 0-1 0 0,0 0 1 0 0,-1 0 0 0 0,1 0 0 0 0,0 0-1 0 0,0 0 1 0 0,0 0 0 0 0,-1 0 0 0 0,1 0-1 0 0,0 0 1 0 0,0 0 0 0 0,0-1 0 0 0,0 1-1 0 0,-1 0 1 0 0,2-9 65 0 0,7-12 30 0 0,-3 11-96 0 0,1 1 0 0 0,1 1 0 0 0,-1-1 0 0 0,12-10 0 0 0,2-2 0 0 0,-18 19 0 0 0,-1 0 0 0 0,1 0 0 0 0,-1 0 0 0 0,0 0 0 0 0,0 0 0 0 0,0 0 0 0 0,0-1 0 0 0,0 1 0 0 0,0 0 0 0 0,0-3 0 0 0,-1 6-5 0 0,0 1 0 0 0,-1-1-1 0 0,1 1 1 0 0,0-1 0 0 0,-1 1 0 0 0,0-1 0 0 0,1 0-1 0 0,-1 1 1 0 0,0-1 0 0 0,0 0 0 0 0,1 0-1 0 0,-1 1 1 0 0,0-1 0 0 0,0 0 0 0 0,-2 1 0 0 0,-20 17-114 0 0,16-14 105 0 0,-2 2 22 0 0,4-4 1 0 0,0 1 1 0 0,1-1-1 0 0,0 1 0 0 0,-1 0 1 0 0,-5 8-1 0 0,28-26-97 0 0,33-35 88 0 0,-57 55 24 0 0,0 0-1 0 0,0 0 0 0 0,-1 0 1 0 0,-12 7-1 0 0,17-12 366 0 0,5-2-1674 0 0,8-2-5628 0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13T18:13:00.70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230 2464 22399 0 0,'1'-13'481'0'0,"1"-1"0"0"0,1 1 0 0 0,1-1 0 0 0,0 1 0 0 0,0 0 0 0 0,13-25 0 0 0,48-69-79 0 0,-12 22 578 0 0,-43 72-1318 0 0,-10 16 315 0 0,-4 7 119 0 0,-24 37-282 0 0,-42 56 0 0 0,51-74 72 0 0,-24 45-1 0 0,26-41 59 0 0,-25 35 0 0 0,21-40 43 0 0,-4 6 94 0 0,0 2 0 0 0,-37 74 0 0 0,57-100 134 0 0,0 0-1 0 0,-1 0 1 0 0,0-1-1 0 0,-9 11 0 0 0,26-30 1264 0 0,-7 7-1449 0 0,0 0 1 0 0,-1 1-1 0 0,0-2 1 0 0,1 1-1 0 0,4-6 1 0 0,28-60 98 0 0,-24 45-123 0 0,20-32 1 0 0,90-134 58 0 0,-24 38-9 0 0,-32 51-57 0 0,8-3-9 0 0,-46 69-28 0 0,37-65 1 0 0,-59 89 44 0 0,0 0 0 0 0,0 0 0 0 0,1 1-1 0 0,1 0 1 0 0,-1 0 0 0 0,2 1 0 0 0,-1 0 0 0 0,1 0-1 0 0,1 1 1 0 0,16-12 0 0 0,-13 14 41 0 0,-13 7-45 0 0,0-1 1 0 0,0 0-1 0 0,0 0 1 0 0,0 0-1 0 0,0 0 1 0 0,0 0-1 0 0,0 0 1 0 0,0 0-1 0 0,0 1 1 0 0,1-1-1 0 0,-1 0 1 0 0,0 0-1 0 0,0 0 0 0 0,0 0 1 0 0,0 0-1 0 0,0 1 1 0 0,0-1-1 0 0,0 0 1 0 0,0 0-1 0 0,0 0 1 0 0,0 0-1 0 0,0 0 1 0 0,0 0-1 0 0,0 1 1 0 0,-1-1-1 0 0,1 0 1 0 0,0 0-1 0 0,0 0 0 0 0,0 0 1 0 0,0 0-1 0 0,0 0 1 0 0,0 1-1 0 0,0-1 1 0 0,0 0-1 0 0,0 0 1 0 0,0 0-1 0 0,0 0 1 0 0,-1 0-1 0 0,1 0 1 0 0,0 0-1 0 0,0 0 0 0 0,0 1 1 0 0,-17 19 177 0 0,16-19-178 0 0,-21 26 40 0 0,1 0 0 0 0,1 2 1 0 0,-26 50-1 0 0,-27 34-41 0 0,3-5-86 0 0,56-83 58 0 0,-81 134-78 0 0,70-124 105 0 0,2 2 0 0 0,-20 43 0 0 0,41-75 0 0 0,-6 13 0 0 0,0-1 0 0 0,-1 0 0 0 0,0-1 0 0 0,-19 24 0 0 0,21-31 5 0 0,0-2 7 0 0,1 1 0 0 0,0-1 0 0 0,0 2 0 0 0,1-1 0 0 0,-9 18 0 0 0,30-50 209 0 0,-7 12-215 0 0,11-17-6 0 0,-7 11 7 0 0,16-27-1 0 0,20-56 81 0 0,24-40-7 0 0,64-110 204 0 0,72-113 460 0 0,-126 219-533 0 0,32-51-478 0 0,12-4 137 0 0,-64 100 144 0 0,3 1 44 0 0,38-64-3 0 0,-86 126-50 0 0,-10 20-16 0 0,0 1 0 0 0,1 0-1 0 0,1 1 1 0 0,17-23-1 0 0,-27 38 17 0 0,0 0-1 0 0,0 0 0 0 0,0 0 0 0 0,0 0 1 0 0,0 0-1 0 0,-1 0 0 0 0,1 0 1 0 0,0 0-1 0 0,0 0 0 0 0,0 0 0 0 0,0 0 1 0 0,0 0-1 0 0,0 0 0 0 0,0 0 0 0 0,0 0 1 0 0,0 0-1 0 0,0 0 0 0 0,0 0 1 0 0,0 0-1 0 0,0 0 0 0 0,0 0 0 0 0,0 0 1 0 0,0 0-1 0 0,0 0 0 0 0,0 0 0 0 0,0 0 1 0 0,0 0-1 0 0,0 0 0 0 0,0 0 1 0 0,0 0-1 0 0,0 0 0 0 0,0 0 0 0 0,0 0 1 0 0,0 0-1 0 0,0 0 0 0 0,0 0 0 0 0,0 0 1 0 0,0 0-1 0 0,0 0 0 0 0,-1 0 1 0 0,1 0-1 0 0,0 0 0 0 0,0 0 0 0 0,0 0 1 0 0,0 0-1 0 0,0 0 0 0 0,0 0 0 0 0,0 0 1 0 0,0-1-1 0 0,0 1 0 0 0,0 0 1 0 0,0 0-1 0 0,0 0 0 0 0,0 0 0 0 0,1 0 1 0 0,-1 0-1 0 0,0 0 0 0 0,0 0 0 0 0,0 0 1 0 0,-7 2 108 0 0,-9 4-4 0 0,10-2-94 0 0,-1 0-1 0 0,0 1 1 0 0,1 0 0 0 0,0 0 0 0 0,0 0-1 0 0,-8 11 1 0 0,-28 42-11 0 0,13-17 22 0 0,-111 154-353 0 0,36-47 97 0 0,-89 152-42 0 0,132-195 240 0 0,-36 66 88 0 0,89-156-35 0 0,-83 163 53 0 0,91-178-78 0 0,0 1 1 0 0,0-1 0 0 0,-1 0-1 0 0,1 0 1 0 0,0 0 0 0 0,0 1-1 0 0,0-1 1 0 0,-1 0-1 0 0,1 1 1 0 0,0-1 0 0 0,0 0-1 0 0,0 0 1 0 0,0 1 0 0 0,0-1-1 0 0,0 0 1 0 0,0 1 0 0 0,0-1-1 0 0,0 0 1 0 0,0 0 0 0 0,0 1-1 0 0,0-1 1 0 0,0 0-1 0 0,0 1 1 0 0,0-1 0 0 0,0 0-1 0 0,0 1 1 0 0,0-1 0 0 0,0 0-1 0 0,0 0 1 0 0,0 1 0 0 0,0-1-1 0 0,0 0 1 0 0,1 0 0 0 0,-1 1-1 0 0,0-1 1 0 0,0 0-1 0 0,1 1 1 0 0,12-2-14 0 0,-8-1 15 0 0,0 0 1 0 0,0 0 0 0 0,0 0 0 0 0,4-4 0 0 0,0-2-23 0 0,-1 0 1 0 0,0-1-1 0 0,-1 0 0 0 0,0 0 0 0 0,0-1 1 0 0,-1 0-1 0 0,7-14 0 0 0,7-12-10 0 0,29-37 34 0 0,25-43 0 0 0,-66 102 0 0 0,122-211 60 0 0,27-28 28 0 0,-100 158-80 0 0,45-60 29 0 0,10-18-14 0 0,117-175 41 0 0,-224 341-59 0 0,0 1 0 0 0,-1-2 0 0 0,1 1-1 0 0,-1-1 1 0 0,-1 1 0 0 0,1-1 0 0 0,-2 0 0 0 0,1 0 0 0 0,-1-1 0 0 0,2-11-1 0 0,-4 20-1 0 0,0-1-1 0 0,0 1 0 0 0,1 0 0 0 0,-1-1 1 0 0,0 1-1 0 0,0-1 0 0 0,0 1 0 0 0,0-1 0 0 0,0 1 1 0 0,-1-1-1 0 0,1 1 0 0 0,0-1 0 0 0,0 1 1 0 0,0 0-1 0 0,0-1 0 0 0,0 1 0 0 0,-1-1 1 0 0,1 1-1 0 0,0 0 0 0 0,0-1 0 0 0,-1 1 0 0 0,1-1 1 0 0,-1 1 1 0 0,1 0-1 0 0,-1 0 1 0 0,1-1 0 0 0,0 1 0 0 0,-1 0 0 0 0,1 0-1 0 0,-1 0 1 0 0,1 1 0 0 0,0-1 0 0 0,-1 0 0 0 0,1 0-1 0 0,-1 0 1 0 0,1 0 0 0 0,0 0 0 0 0,-1 0 0 0 0,1 0-1 0 0,0 1 1 0 0,-1-1 0 0 0,1 0 0 0 0,-1 1 0 0 0,-18 16 146 0 0,18-16-141 0 0,-50 49 165 0 0,25-26-138 0 0,-32 39-1 0 0,-68 108-24 0 0,20-26-138 0 0,-202 296-306 0 0,221-300 372 0 0,-30 55 57 0 0,81-130 5 0 0,-28 72-1 0 0,63-136 0 0 0,-4 10 4 0 0,1 0-1 0 0,-6 23 1 0 0,10-36-4 0 0,0 1 0 0 0,0 0 0 0 0,0 0 1 0 0,0 0-1 0 0,0 0 0 0 0,1 0 0 0 0,-1 0 1 0 0,0 0-1 0 0,0 0 0 0 0,0 0 0 0 0,0 0 1 0 0,0 0-1 0 0,0 0 0 0 0,0 0 0 0 0,0 0 1 0 0,0 0-1 0 0,0 0 0 0 0,0 0 0 0 0,0 0 1 0 0,0 0-1 0 0,0 0 0 0 0,0 0 0 0 0,0 0 1 0 0,0 0-1 0 0,0 0 0 0 0,0 0 0 0 0,0 0 1 0 0,0 0-1 0 0,1 0 0 0 0,-1 0 1 0 0,0 0-1 0 0,0 0 0 0 0,0 0 0 0 0,0 0 1 0 0,0 0-1 0 0,0 0 0 0 0,0 0 0 0 0,0 0 1 0 0,0 0-1 0 0,0 0 0 0 0,0 0 0 0 0,0 0 1 0 0,0 0-1 0 0,0 0 0 0 0,0 0 0 0 0,0 1 1 0 0,0-1-1 0 0,0 0 0 0 0,0 0 0 0 0,0 0 1 0 0,0 0-1 0 0,0 0 0 0 0,0 0 0 0 0,0 0 1 0 0,0 0-1 0 0,0 0 0 0 0,0 0 0 0 0,0 0 1 0 0,0 0-1 0 0,0 0 0 0 0,0 0 0 0 0,0 0 1 0 0,0 0-1 0 0,0 0 0 0 0,0 0 0 0 0,0 0 1 0 0,0 0-1 0 0,0 1 0 0 0,6-6 17 0 0,4-7 2 0 0,59-118-115 0 0,150-244 28 0 0,-124 208 142 0 0,36-59 24 0 0,13 15-52 0 0,34-54-12 0 0,-37 56 19 0 0,-100 148-41 0 0,-32 44-12 0 0,0 1-1 0 0,1 1 1 0 0,1 0 0 0 0,1 1 0 0 0,16-17 0 0 0,-1 7-1 0 0,-21 16 3 0 0,-20 14 10 0 0,6-2 6 0 0,0 1-1 0 0,1 0 1 0 0,0 0-1 0 0,0 1 1 0 0,0 0-1 0 0,-6 8 0 0 0,-33 52 33 0 0,21-29-22 0 0,-132 202 47 0 0,33-49-90 0 0,-189 309-58 0 0,156-238 73 0 0,87-122-2 0 0,1-3 57 0 0,50-107-53 0 0,-14 27 33 0 0,29-50-28 0 0,0 1-1 0 0,1 0 0 0 0,0-1 0 0 0,1 1 1 0 0,-3 13-1 0 0,7-17-6 0 0,2-8 0 0 0,4-8 0 0 0,44-77-152 0 0,4-4 16 0 0,113-202-56 0 0,41-42 192 0 0,-89 174 0 0 0,-39 56 0 0 0,-39 47 0 0 0,73-76 0 0 0,-106 127 16 0 0,-9 9 1 0 0,-1 2 5 0 0,-15 18 71 0 0,-8 11 34 0 0,-35 64-1 0 0,14-23-55 0 0,-18 23-26 0 0,-83 137 38 0 0,-14 34-95 0 0,92-138-50 0 0,13-22-3 0 0,33-69 61 0 0,3-7 36 0 0,1 0 0 0 0,1 1 0 0 0,-20 59 0 0 0,31-71-20 0 0,0-1-11 0 0,-1-1 0 0 0,-11 26 0 0 0,15-38-1 0 0,1-3 0 0 0,0 0 0 0 0,0 0 0 0 0,0 0 0 0 0,0 0 0 0 0,0 0 0 0 0,0 0 0 0 0,1 0 0 0 0,-1 0 0 0 0,1 0 0 0 0,0 0 0 0 0,-1 0 0 0 0,1 4 0 0 0,0-6 0 0 0,0 0 0 0 0,0 0-1 0 0,0 0 1 0 0,1 1 0 0 0,-1-1 0 0 0,0 0 0 0 0,0 0-1 0 0,0 0 1 0 0,0 0 0 0 0,0 0 0 0 0,0 1 0 0 0,0-1-1 0 0,0 0 1 0 0,1 0 0 0 0,-1 0 0 0 0,0 0 0 0 0,0 0-1 0 0,0 0 1 0 0,0 0 0 0 0,0 1 0 0 0,1-1 0 0 0,-1 0-1 0 0,0 0 1 0 0,0 0 0 0 0,0 0 0 0 0,0 0 0 0 0,1 0-1 0 0,-1 0 1 0 0,0 0 0 0 0,0 0 0 0 0,0 0 0 0 0,1 0-1 0 0,-1 0 1 0 0,0 0 0 0 0,0 0 0 0 0,0 0 0 0 0,10-4-22 0 0,5-8-57 0 0,3-7-5 0 0,-2 0 0 0 0,0-2 0 0 0,-2 0 0 0 0,14-24 0 0 0,-15 23 44 0 0,135-227-56 0 0,41-54 160 0 0,-107 169-64 0 0,8-14 0 0 0,-30 49 23 0 0,-33 52-2 0 0,36-48-1 0 0,-60 90-20 0 0,0 3 1 0 0,-1-1 0 0 0,0 0 0 0 0,0 0 0 0 0,0 0 0 0 0,0 0 0 0 0,0 0 0 0 0,-1-1 0 0 0,1 1 1 0 0,1-7-1 0 0,-3 10 0 0 0,0 0 0 0 0,0 0 1 0 0,0 0-1 0 0,0-1 0 0 0,0 1 1 0 0,0 0-1 0 0,0 0 0 0 0,0 0 1 0 0,0 0-1 0 0,-1-1 0 0 0,1 1 0 0 0,0 0 1 0 0,0 0-1 0 0,0 0 0 0 0,0 0 1 0 0,0 0-1 0 0,0-1 0 0 0,0 1 1 0 0,0 0-1 0 0,0 0 0 0 0,-1 0 1 0 0,1 0-1 0 0,0 0 0 0 0,0 0 1 0 0,0 0-1 0 0,0-1 0 0 0,0 1 1 0 0,-1 0-1 0 0,1 0 0 0 0,0 0 0 0 0,0 0 1 0 0,0 0-1 0 0,0 0 0 0 0,-1 0 1 0 0,1 0-1 0 0,0 0 0 0 0,0 0 1 0 0,0 0-1 0 0,0 0 0 0 0,-1 0 1 0 0,1 0-1 0 0,0 0 0 0 0,0 0 1 0 0,0 0-1 0 0,0 0 0 0 0,0 0 1 0 0,-1 0-1 0 0,1 0 0 0 0,0 0 1 0 0,0 1-1 0 0,-10 3 38 0 0,-1 3-3 0 0,1 1-1 0 0,0 1 1 0 0,0 0 0 0 0,0 0-1 0 0,1 1 1 0 0,1 0-1 0 0,-11 17 1 0 0,3-6-10 0 0,-43 54-18 0 0,-230 323-436 0 0,178-235 309 0 0,-33 54 17 0 0,134-200 98 0 0,-120 192-3 0 0,120-196 9 0 0,-31 47 33 0 0,37-54-32 0 0,0 0 1 0 0,1 1-1 0 0,0 0 1 0 0,0 0-1 0 0,1 0 0 0 0,0 0 1 0 0,-2 11-1 0 0,19-44 61 0 0,5-14-129 0 0,49-70-1 0 0,-17 29 13 0 0,17-41 53 0 0,31-48 0 0 0,91-126 0 0 0,-104 178 0 0 0,-2 5 0 0 0,-60 77 0 0 0,1 0 0 0 0,46-46 0 0 0,-65 75 4 0 0,-4 5 1 0 0,-1 0 0 0 0,1-1 0 0 0,-1 1 0 0 0,1-1 0 0 0,-1 0 0 0 0,0 0 0 0 0,0 0 0 0 0,0 0-1 0 0,1-4 1 0 0,-13 16 121 0 0,3-4-36 0 0,-9 12 4 0 0,0 0 0 0 0,2 1 0 0 0,-15 23-1 0 0,12-17-68 0 0,-115 180 74 0 0,100-157-101 0 0,-151 235-56 0 0,37-33 46 0 0,60-84 12 0 0,36-64 0 0 0,49-98 0 0 0,-16 27 26 0 0,2 1-1 0 0,1 0 1 0 0,1 1-1 0 0,-10 43 1 0 0,22-70-26 0 0,0-3 0 0 0,0 1 1 0 0,1-1 0 0 0,-1 1 0 0 0,1-1 0 0 0,0 1 0 0 0,0-1 0 0 0,-1 1-1 0 0,2-1 1 0 0,-1 1 0 0 0,0-1 0 0 0,0 1 0 0 0,2 2 0 0 0,-2-5-1 0 0,0 1 1 0 0,0-1-1 0 0,1 0 0 0 0,-1 0 1 0 0,0 1-1 0 0,0-1 1 0 0,1 0-1 0 0,-1 0 1 0 0,0 0-1 0 0,0 0 0 0 0,1 1 1 0 0,-1-1-1 0 0,0 0 1 0 0,1 0-1 0 0,-1 0 1 0 0,0 0-1 0 0,0 0 0 0 0,1 0 1 0 0,-1 0-1 0 0,0 0 1 0 0,1 0-1 0 0,-1 0 1 0 0,0 0-1 0 0,1 0 0 0 0,-1 0 1 0 0,0 0-1 0 0,1 0 1 0 0,-1 0-1 0 0,0 0 1 0 0,1 0-1 0 0,-1 0 0 0 0,0 0 1 0 0,0 0-1 0 0,1-1 1 0 0,-1 1-1 0 0,0 0 1 0 0,1 0-1 0 0,-1 0 0 0 0,0-1 1 0 0,0 1-1 0 0,0 0 1 0 0,1-1-1 0 0,12-11-66 0 0,-12 11 70 0 0,29-31-171 0 0,-10 13 72 0 0,-2-1 0 0 0,0-1 0 0 0,25-39 0 0 0,-17 10 75 0 0,14-22 7 0 0,85-139-54 0 0,-51 99 67 0 0,-11 18 0 0 0,-40 56 0 0 0,31-49 0 0 0,-36 62 0 0 0,70-108 0 0 0,-82 120 0 0 0,2 1 0 0 0,-1 0 0 0 0,1 1 0 0 0,1-1 0 0 0,0 1 0 0 0,1 1 0 0 0,0 0 0 0 0,17-13 0 0 0,-28 24 16 0 0,-13 10 101 0 0,0 1 0 0 0,-24 26 0 0 0,-183 298 196 0 0,134-200-360 0 0,7 2-181 0 0,21-34 63 0 0,19-35 153 0 0,-32 77 0 0 0,15-42 90 0 0,0 1 142 0 0,51-94-212 0 0,2 1 0 0 0,-1 0-1 0 0,2 1 1 0 0,0-1 0 0 0,0 1 0 0 0,1-1-1 0 0,0 15 1 0 0,2-27-8 0 0,0 0 0 0 0,-1 1 0 0 0,1-1 0 0 0,0 0 0 0 0,0 1 0 0 0,0-1 1 0 0,0 0-1 0 0,0 0 0 0 0,0 1 0 0 0,0-1 0 0 0,0 0 0 0 0,1 0 0 0 0,-1 1 0 0 0,0-1 0 0 0,0 0 0 0 0,0 0 0 0 0,0 1 0 0 0,0-1 0 0 0,0 0 0 0 0,0 0 0 0 0,1 1 1 0 0,-1-1-1 0 0,0 0 0 0 0,0 0 0 0 0,0 0 0 0 0,0 1 0 0 0,1-1 0 0 0,-1 0 0 0 0,0 0 0 0 0,0 0 0 0 0,1 0 0 0 0,-1 0 0 0 0,0 1 0 0 0,9-5-6 0 0,8-11-99 0 0,10-17-16 0 0,-3-1 0 0 0,0-1 1 0 0,24-49-1 0 0,-1-6 52 0 0,7-13 42 0 0,-36 71 27 0 0,48-88 0 0 0,-50 86 0 0 0,42-81 0 0 0,-43 89 0 0 0,83-140 0 0 0,-77 130 0 0 0,25-32 0 0 0,12-19 0 0 0,5-18 0 0 0,-169 270 139 0 0,40-57-70 0 0,-119 196-125 0 0,81-130 32 0 0,-24 60 157 0 0,58-101-42 0 0,59-115-55 0 0,-22 46 108 0 0,30-58-127 0 0,0 0 0 0 0,1 0-1 0 0,0 0 1 0 0,0 0 0 0 0,0 1 0 0 0,1-1 0 0 0,0 9 0 0 0,1-16-18 0 0,0 0 1 0 0,0 0-1 0 0,-1 0 1 0 0,1 1 0 0 0,0-1-1 0 0,0 0 1 0 0,0 0-1 0 0,0 0 1 0 0,0 0 0 0 0,0 0-1 0 0,0 1 1 0 0,0-1-1 0 0,0 0 1 0 0,0 0 0 0 0,0 0-1 0 0,0 0 1 0 0,0 0-1 0 0,0 1 1 0 0,1-1-1 0 0,-1 0 1 0 0,0 0 0 0 0,0 0-1 0 0,0 0 1 0 0,0 0-1 0 0,0 0 1 0 0,0 1 0 0 0,0-1-1 0 0,0 0 1 0 0,0 0-1 0 0,0 0 1 0 0,1 0 0 0 0,-1 0-1 0 0,0 0 1 0 0,0 0-1 0 0,0 0 1 0 0,0 0-1 0 0,0 1 1 0 0,0-1 0 0 0,1 0-1 0 0,-1 0 1 0 0,0 0-1 0 0,0 0 1 0 0,6-5-113 0 0,4-11-23 0 0,59-95 129 0 0,15-28 78 0 0,-64 98-31 0 0,35-65 0 0 0,-20 50-46 0 0,30-53-84 0 0,-45 71 46 0 0,101-173-104 0 0,84-104 148 0 0,-119 199-35 0 0,2-3-2 0 0,-72 96 37 0 0,27-28 0 0 0,-27 33 0 0 0,0-1 0 0 0,16-26 0 0 0,-40 48 68 0 0,-5 8 49 0 0,-25 33 30 0 0,2 2-1 0 0,-30 51 0 0 0,3-3-146 0 0,13-26 0 0 0,-140 211 0 0 0,31-20-80 0 0,-66 133 80 0 0,163-286 0 0 0,33-58 0 0 0,46-62-97 0 0,14-16-22 0 0,-13 6 66 0 0,-2 0-1 0 0,0-2 1 0 0,-1 0-1 0 0,15-38 1 0 0,26-45-59 0 0,82-132 99 0 0,17-9 13 0 0,-45 80 0 0 0,-64 95 5 0 0,59-72 1 0 0,90-115 111 0 0,-177 238-90 0 0,23-47-1 0 0,-61 89 181 0 0,-74 102 26 0 0,56-70-190 0 0,-241 339-131 0 0,133-168 24 0 0,73-112 64 0 0,5 11 0 0 0,19-29 0 0 0,21-47-2 0 0,8-14 19 0 0,2 2-1 0 0,1 0 1 0 0,-26 68-1 0 0,38-85-18 0 0,3-10-17 0 0,0 0 0 0 0,1-1 0 0 0,-1 1 0 0 0,1 0 0 0 0,0 6 0 0 0,1-11 14 0 0,0 1 0 0 0,0-1-1 0 0,0 0 1 0 0,0 0 0 0 0,0 1 0 0 0,0-1 0 0 0,0 0-1 0 0,0 0 1 0 0,0 1 0 0 0,0-1 0 0 0,0 0-1 0 0,0 0 1 0 0,0 0 0 0 0,0 1 0 0 0,0-1 0 0 0,0 0-1 0 0,0 0 1 0 0,0 1 0 0 0,1-1 0 0 0,-1 0 0 0 0,0 0-1 0 0,0 0 1 0 0,0 1 0 0 0,0-1 0 0 0,0 0 0 0 0,1 0-1 0 0,-1 0 1 0 0,0 0 0 0 0,0 0 0 0 0,0 1-1 0 0,1-1 1 0 0,-1 0 0 0 0,8-3 10 0 0,7-10 110 0 0,12-15-191 0 0,45-63 0 0 0,12-40-108 0 0,32-38 184 0 0,-14 24 0 0 0,-68 91 0 0 0,163-232 0 0 0,-102 167 0 0 0,36-47 0 0 0,-65 88-3 0 0,6-9 17 0 0,-68 82-8 0 0,6-11 1 0 0,1 1-1 0 0,1 0 1 0 0,0 1 0 0 0,1 0 0 0 0,1 1-1 0 0,20-15 1 0 0,-20 19 5 0 0,-12 8 38 0 0,-9 6 37 0 0,0 0-42 0 0,-11 7 31 0 0,0 1 0 0 0,-28 28-1 0 0,-12 26-11 0 0,-54 79-1 0 0,23-27-196 0 0,35-52 39 0 0,-147 200-116 0 0,-11 52 59 0 0,87-112 273 0 0,42-66-39 0 0,54-97 77 0 0,51-58-169 0 0,-15 8-28 0 0,0-1-1 0 0,0 0 1 0 0,0 0 0 0 0,-1 0-1 0 0,10-15 1 0 0,22-46-50 0 0,-10 17 57 0 0,43-58-62 0 0,-4 7 33 0 0,20-46 59 0 0,107-165 0 0 0,34-20 0 0 0,-122 196 0 0 0,-25 34 0 0 0,-43 55 15 0 0,-22 28-3 0 0,0 1 1 0 0,-2-2-1 0 0,16-28 0 0 0,-30 49-12 0 0,0 0 0 0 0,0 0 1 0 0,0 0-1 0 0,0 0 0 0 0,0 0 0 0 0,0 0 1 0 0,0 0-1 0 0,0-1 0 0 0,0 1 0 0 0,1 0 0 0 0,-1 0 1 0 0,0 0-1 0 0,0 0 0 0 0,0 0 0 0 0,0 0 1 0 0,0 0-1 0 0,0-1 0 0 0,0 1 0 0 0,0 0 0 0 0,0 0 1 0 0,0 0-1 0 0,0 0 0 0 0,0 0 0 0 0,0 0 1 0 0,0-1-1 0 0,0 1 0 0 0,0 0 0 0 0,0 0 0 0 0,0 0 1 0 0,0 0-1 0 0,0 0 0 0 0,0 0 0 0 0,0 0 1 0 0,0-1-1 0 0,0 1 0 0 0,-1 0 0 0 0,1 0 0 0 0,0 0 1 0 0,0 0-1 0 0,0 0 0 0 0,0 0 0 0 0,0 0 1 0 0,0 0-1 0 0,0 0 0 0 0,0-1 0 0 0,0 1 0 0 0,-1 0 1 0 0,1 0-1 0 0,-8 3 27 0 0,-16 12 36 0 0,17-11-47 0 0,-14 11 5 0 0,1 1 1 0 0,1 1-1 0 0,0 1 0 0 0,1 0 0 0 0,-17 24 0 0 0,4-5 10 0 0,-294 360-279 0 0,165-191 137 0 0,-25 33 75 0 0,144-185 33 0 0,18-24 31 0 0,1 0-1 0 0,-20 38 0 0 0,34-52 9 0 0,5-10-22 0 0,1-1 1 0 0,-1 1-1 0 0,0-1 1 0 0,0 0-1 0 0,0 0 1 0 0,-1 0-1 0 0,0 0 1 0 0,-8 8-1 0 0,17-19 0 0 0,0 0-1 0 0,0-1 0 0 0,-1 1 0 0 0,0-1 0 0 0,0 1 1 0 0,3-9-1 0 0,0 3-44 0 0,13-26-60 0 0,40-69-100 0 0,71-115 73 0 0,27-19 67 0 0,-49 80 35 0 0,-63 92 16 0 0,56-65 0 0 0,-26 33 0 0 0,-49 63 0 0 0,58-64 0 0 0,-82 98 7 0 0,-4 3 13 0 0,-9 4 43 0 0,-15 9 71 0 0,17-8-96 0 0,1 1 0 0 0,-1 0-1 0 0,1 0 1 0 0,0 1 0 0 0,-9 10 0 0 0,-30 38 110 0 0,16-18-79 0 0,-118 152-129 0 0,37-45-45 0 0,-1 4-46 0 0,-95 120 87 0 0,198-256 64 0 0,0 1 0 0 0,1 0 0 0 0,-9 16 0 0 0,20-34-2 0 0,8-15-64 0 0,1 1 0 0 0,19-27 0 0 0,-20 33 30 0 0,9-9-66 0 0,19-33 0 0 0,89-139-169 0 0,-68 109 207 0 0,25-32-12 0 0,-24 44 63 0 0,73-96 13 0 0,15-10 0 0 0,-146 177 0 0 0,3-3 0 0 0,-1 0 0 0 0,0-1 0 0 0,0 1 0 0 0,8-14 0 0 0,-13 20 1 0 0,0 0 1 0 0,0 0-1 0 0,0 0 0 0 0,1 0 0 0 0,-1 0 1 0 0,0 0-1 0 0,0 0 0 0 0,0-1 0 0 0,0 1 1 0 0,0 0-1 0 0,0 0 0 0 0,0 0 0 0 0,0 0 1 0 0,0 0-1 0 0,0 0 0 0 0,0 0 0 0 0,0 0 1 0 0,0 0-1 0 0,0 0 0 0 0,0 0 1 0 0,0 0-1 0 0,0-1 0 0 0,0 1 0 0 0,0 0 1 0 0,0 0-1 0 0,0 0 0 0 0,0 0 0 0 0,0 0 1 0 0,0 0-1 0 0,0 0 0 0 0,0 0 0 0 0,0 0 1 0 0,0 0-1 0 0,0 0 0 0 0,0 0 0 0 0,0-1 1 0 0,0 1-1 0 0,0 0 0 0 0,0 0 0 0 0,0 0 1 0 0,-1 0-1 0 0,1 0 0 0 0,0 0 0 0 0,0 0 1 0 0,0 0-1 0 0,0 0 0 0 0,0 0 1 0 0,0 0-1 0 0,0 0 0 0 0,0 0 0 0 0,0 0 1 0 0,0 0-1 0 0,0 0 0 0 0,0 0 0 0 0,0 0 1 0 0,-1 0-1 0 0,-5 2 34 0 0,-8 5 54 0 0,-2 4 55 0 0,1 0 0 0 0,0 1 0 0 0,-20 21-1 0 0,-39 49 51 0 0,41-44-171 0 0,-107 134-4 0 0,-18 19-106 0 0,123-152 79 0 0,-44 62 0 0 0,70-87 8 0 0,-2 3 0 0 0,-19 23 0 0 0,27-37 0 0 0,0 1 0 0 0,-1 0 0 0 0,0-1 0 0 0,1 0 0 0 0,-1 0 0 0 0,-1 0 0 0 0,1 0 0 0 0,0-1 0 0 0,-1 1 0 0 0,1-1 0 0 0,-7 2 0 0 0,11-4 0 0 0,0 0 0 0 0,0 0 0 0 0,0 0 0 0 0,0 0 0 0 0,0 0 0 0 0,0 0 0 0 0,0 0 0 0 0,0 0 0 0 0,-1 0 0 0 0,1 0 0 0 0,0 0 0 0 0,0 0 0 0 0,0 0 0 0 0,0 0 0 0 0,0 0 0 0 0,0 0 1 0 0,0 0-1 0 0,0 0 0 0 0,0 0 0 0 0,0 0 0 0 0,0 0 0 0 0,0 0 0 0 0,0 0 0 0 0,-1 0 0 0 0,1 0 0 0 0,0 0 0 0 0,0 0 0 0 0,0 0 0 0 0,0 0 0 0 0,0 0 0 0 0,0 0 0 0 0,0-1 0 0 0,0 1 0 0 0,0 0 0 0 0,0 0 0 0 0,0 0 0 0 0,0 0 0 0 0,0 0 0 0 0,0 0 0 0 0,0 0 0 0 0,0 0 0 0 0,0 0 0 0 0,0 0 0 0 0,0 0 0 0 0,0 0 0 0 0,0 0 0 0 0,0 0 0 0 0,0-1 0 0 0,0 1 0 0 0,0 0 1 0 0,0 0-1 0 0,0 0 0 0 0,0 0 0 0 0,0 0 0 0 0,0 0 0 0 0,0 0 0 0 0,0 0 0 0 0,0 0 0 0 0,0 0 0 0 0,0 0 0 0 0,3-8 2 0 0,8-7-21 0 0,6-4-40 0 0,-8 9 31 0 0,-1 0 0 0 0,0 0 0 0 0,10-17-1 0 0,0-7-27 0 0,92-152-146 0 0,121-142-58 0 0,-132 203-52 0 0,-30 41 241 0 0,-25 25-1 0 0,-81 95 453 0 0,-305 383 174 0 0,292-355-551 0 0,10-15 53 0 0,-48 81-1 0 0,86-128-52 0 0,-15 26 40 0 0,16-26-42 0 0,-1-1 0 0 0,1 1 0 0 0,0 0 0 0 0,-1-1 0 0 0,1 1 0 0 0,-1-1 1 0 0,1 0-1 0 0,-1 0 0 0 0,0 1 0 0 0,0-1 0 0 0,1 0 0 0 0,-4 1 0 0 0,11-14-2 0 0,9-12-161 0 0,0 1 0 0 0,14-34 0 0 0,7-14-163 0 0,37-42 23 0 0,-8 15 109 0 0,20-23 41 0 0,-48 72 122 0 0,-22 26 4 0 0,19-37 0 0 0,-17 29 11 0 0,-48 65 951 0 0,9-2-664 0 0,5-6-139 0 0,-32 37-1 0 0,24-35-97 0 0,1 1-1 0 0,-20 33 1 0 0,22-31-36 0 0,-34 38 0 0 0,-15 22 0 0 0,54-67 0 0 0,32-61-352 0 0,-1 8 227 0 0,2 0 0 0 0,1 2 1 0 0,1 0-1 0 0,26-28 0 0 0,14-28-17 0 0,8-10 63 0 0,-53 77 52 0 0,58-73-16 0 0,-59 71 44 0 0,0 1-1 0 0,-2-2 1 0 0,12-26 0 0 0,-22 45 1 0 0,0 0-1 0 0,0 0 1 0 0,1 0 0 0 0,-1 0-1 0 0,0 0 1 0 0,0 0-1 0 0,0 0 1 0 0,0 0 0 0 0,0 0-1 0 0,0 0 1 0 0,0 0-1 0 0,0-1 1 0 0,0 1 0 0 0,0 0-1 0 0,1 0 1 0 0,-1 0-1 0 0,0 0 1 0 0,0 0 0 0 0,0 0-1 0 0,0 0 1 0 0,0 0 0 0 0,0-1-1 0 0,0 1 1 0 0,0 0-1 0 0,0 0 1 0 0,0 0 0 0 0,0 0-1 0 0,0 0 1 0 0,0 0-1 0 0,0 0 1 0 0,0-1 0 0 0,0 1-1 0 0,0 0 1 0 0,0 0 0 0 0,0 0-1 0 0,0 0 1 0 0,0 0-1 0 0,0 0 1 0 0,0 0 0 0 0,-1 0-1 0 0,1-1 1 0 0,0 1-1 0 0,0 0 1 0 0,0 0 0 0 0,0 0-1 0 0,0 0 1 0 0,0 0-1 0 0,0 0 1 0 0,0 0 0 0 0,0 0-1 0 0,0 0 1 0 0,-1 0 0 0 0,1 0-1 0 0,0 0 1 0 0,0-1-1 0 0,0 1 1 0 0,0 0 0 0 0,0 0-1 0 0,-9 6 141 0 0,-8 11 133 0 0,-5 11 18 0 0,11-12-207 0 0,-1-2 1 0 0,-15 16-1 0 0,-13 11-14 0 0,-55 72-1 0 0,88-105-70 0 0,-40 44-1 0 0,33-37 0 0 0,0 1 0 0 0,0 0 0 0 0,-17 28 0 0 0,63-77-464 0 0,119-168-93 0 0,-138 184 540 0 0,0 1 0 0 0,0 1 1 0 0,29-25-1 0 0,-34 32 17 0 0,0 0 0 0 0,0-1 0 0 0,-1 0 0 0 0,0 0 0 0 0,5-10 0 0 0,4-5 0 0 0,-35 68 303 0 0,6-17-246 0 0,-1-2 1 0 0,-2 0 0 0 0,-22 27-1 0 0,17-24 13 0 0,-28 49-1 0 0,45-67-69 0 0,-1-1 0 0 0,-4 17 0 0 0,8-23 0 0 0,0-1 0 0 0,0 1 0 0 0,1-1 0 0 0,0 1 0 0 0,-1 0 0 0 0,1-1 0 0 0,0 1 0 0 0,0-1 0 0 0,0 1 0 0 0,0 0 0 0 0,1-1 0 0 0,-1 1 0 0 0,1-1 0 0 0,-1 1 0 0 0,1-1 0 0 0,1 3 0 0 0,-1-4-4 0 0,0 0 0 0 0,0 0 0 0 0,-1-1 0 0 0,1 1 0 0 0,0 0 0 0 0,0-1 0 0 0,0 1 0 0 0,0 0 0 0 0,0-1 0 0 0,0 1 0 0 0,0-1 0 0 0,0 0 0 0 0,0 1 0 0 0,0-1 0 0 0,0 0 0 0 0,0 0 0 0 0,0 1 0 0 0,0-1 0 0 0,1 0 0 0 0,-1 0 0 0 0,0 0 0 0 0,0-1 0 0 0,0 1 0 0 0,0 0 0 0 0,0 0 0 0 0,0 0 0 0 0,2-1 0 0 0,4-2-51 0 0,0 1-1 0 0,13-7 1 0 0,-17 8 45 0 0,14-9-32 0 0,0-1 0 0 0,0 0 1 0 0,20-18-1 0 0,24-17-55 0 0,-47 37 86 0 0,4-3 9 0 0,32-25-1 0 0,-25 13 3 0 0,-8 8 0 0 0,21-16 0 0 0,-8 10 0 0 0,64-50 0 0 0,-68 49 0 0 0,1 1 0 0 0,1 2 0 0 0,1 0 0 0 0,39-19 0 0 0,-64 38 0 0 0,-1 0 0 0 0,1-1 0 0 0,-1 1 0 0 0,1 0-1 0 0,0 1 1 0 0,-1-1 0 0 0,5 0 0 0 0,-7 1 0 0 0,0 0 0 0 0,0 0 0 0 0,-1 0 0 0 0,1 0 1 0 0,0 1-1 0 0,-1-1 0 0 0,1 0 0 0 0,0 0 0 0 0,-1 0 0 0 0,1 0 0 0 0,-1 1 0 0 0,1-1 0 0 0,0 0 0 0 0,-1 1 0 0 0,1-1 0 0 0,-1 0 1 0 0,1 1-1 0 0,0 0 0 0 0,0 0 0 0 0,-1-1 1 0 0,0 1-1 0 0,0 0 0 0 0,0-1 1 0 0,1 1-1 0 0,-1 0 1 0 0,0-1-1 0 0,0 1 1 0 0,0 0-1 0 0,0-1 0 0 0,0 1 1 0 0,0 0-1 0 0,0 0 1 0 0,0-1-1 0 0,-1 1 1 0 0,1 0-1 0 0,0-1 1 0 0,0 1-1 0 0,0 0 0 0 0,-1-1 1 0 0,1 1-1 0 0,-1 0 1 0 0,-6 13 53 0 0,-14 20 0 0 0,-4 5-10 0 0,-5 11 69 0 0,-53 67 0 0 0,1-2 2 0 0,56-76-76 0 0,-33 40-1 0 0,46-64 11 0 0,-22 34 0 0 0,31-41-29 0 0,0 0 1 0 0,0 0-1 0 0,0 1 0 0 0,1-1 1 0 0,0 1-1 0 0,-2 14 0 0 0,5-23-16 0 0,0 1 0 0 0,-1 0 0 0 0,1-1 0 0 0,0 1 0 0 0,0 0 0 0 0,0-1 0 0 0,0 1 0 0 0,0 0 0 0 0,0-1 0 0 0,0 1 0 0 0,0-1 1 0 0,1 1-1 0 0,-1 0 0 0 0,0-1 0 0 0,0 1 0 0 0,0 0 0 0 0,1 0 0 0 0,-1-1-5 0 0,1 0 0 0 0,-1 0 0 0 0,0 0 0 0 0,0 0 1 0 0,0 0-1 0 0,1 1 0 0 0,-1-1 0 0 0,0 0 0 0 0,1 0 0 0 0,-1 0 1 0 0,0 0-1 0 0,0 0 0 0 0,1 0 0 0 0,-1 0 0 0 0,0 0 1 0 0,0 0-1 0 0,1 0 0 0 0,-1 0 0 0 0,0-1 0 0 0,0 1 1 0 0,1 0-1 0 0,-1 0 0 0 0,0 0 0 0 0,0 0 0 0 0,1 0 0 0 0,-1 0 1 0 0,0-1-1 0 0,18-14-150 0 0,-11 7 143 0 0,169-184-416 0 0,-159 172 424 0 0,26-22 0 0 0,13-15 0 0 0,-37 34 0 0 0,4-5 0 0 0,33-32 0 0 0,-37 44 0 0 0,0-2 0 0 0,-2 0 0 0 0,0-1 0 0 0,14-21 0 0 0,-9 8 0 0 0,-59 72 432 0 0,15-12-318 0 0,-49 48 1 0 0,13-16-133 0 0,-13 15-34 0 0,36-40 9 0 0,-52 70-1 0 0,76-91 44 0 0,-1-1 0 0 0,-18 18 0 0 0,-9 10 0 0 0,73-61-183 0 0,-5-4 100 0 0,0-1 0 0 0,37-44 0 0 0,-6 7 11 0 0,1-1 72 0 0,29-26 0 0 0,-18 19-2 0 0,-40 38 8 0 0,49-40 1 0 0,-72 66 70 0 0,-12 10 90 0 0,-14 10 26 0 0,-29 29 89 0 0,-61 71-1 0 0,45-45-292 0 0,52-58 10 0 0,-202 230-134 0 0,198-222 135 0 0,-16 31 0 0 0,-10 15 0 0 0,38-64-9 0 0,1 1-1 0 0,0-1 1 0 0,0 0 0 0 0,1 1 0 0 0,-1-1-1 0 0,0 0 1 0 0,0 1 0 0 0,1-1 0 0 0,-1 1-1 0 0,1-1 1 0 0,-1 1 0 0 0,1 0 0 0 0,0-1-1 0 0,-1 4 1 0 0,2-4 3 0 0,-1-1-1 0 0,0 1 1 0 0,1 0-1 0 0,-1 0 1 0 0,1-1-1 0 0,-1 1 1 0 0,1 0 0 0 0,-1-1-1 0 0,1 1 1 0 0,0-1-1 0 0,-1 1 1 0 0,1-1-1 0 0,0 1 1 0 0,-1-1 0 0 0,1 1-1 0 0,0-1 1 0 0,0 0-1 0 0,0 1 1 0 0,-1-1-1 0 0,1 0 1 0 0,0 0-1 0 0,0 1 1 0 0,0-1 0 0 0,-1 0-1 0 0,1 0 1 0 0,0 0-1 0 0,0 0 1 0 0,0 0-1 0 0,1 0 1 0 0,7-1-60 0 0,-1 0-1 0 0,0 0 1 0 0,1-1-1 0 0,-1 0 1 0 0,0 0 0 0 0,0-1-1 0 0,0 0 1 0 0,0 0-1 0 0,-1-1 1 0 0,8-5 0 0 0,16-6-16 0 0,-9 5 34 0 0,-1-1 0 0 0,-1 0 0 0 0,33-26 0 0 0,121-77 5 0 0,-40 30 14 0 0,-116 72 29 0 0,0 0 0 0 0,1 2 0 0 0,0 0 0 0 0,1 1 0 0 0,0 2 0 0 0,0 0 0 0 0,23-5 0 0 0,-42 12 0 0 0,0-1 0 0 0,0 1 1 0 0,-1 0-1 0 0,1 0 0 0 0,0 0 0 0 0,0-1 0 0 0,0 1 0 0 0,0 0 1 0 0,0 0-1 0 0,0 1 0 0 0,-1-1 0 0 0,1 0 0 0 0,0 0 1 0 0,0 0-1 0 0,0 0 0 0 0,0 1 0 0 0,0-1 0 0 0,0 1 0 0 0,0-1 1 0 0,-1 1-1 0 0,0-1 1 0 0,0 0-1 0 0,1 1 1 0 0,-1-1-1 0 0,0 1 0 0 0,0-1 1 0 0,0 1-1 0 0,0-1 1 0 0,0 0-1 0 0,1 1 0 0 0,-1-1 1 0 0,0 1-1 0 0,0-1 1 0 0,0 1-1 0 0,0-1 1 0 0,0 1-1 0 0,0-1 0 0 0,-1 1 1 0 0,1-1-1 0 0,0 0 1 0 0,0 1-1 0 0,0-1 0 0 0,0 1 1 0 0,-3 5 8 0 0,0-1-1 0 0,1 1 1 0 0,-2-1 0 0 0,-3 5 0 0 0,5-7-2 0 0,-30 43 101 0 0,-68 73-1 0 0,-178 200-107 0 0,61-65 0 0 0,-88 98 176 0 0,251-277-103 0 0,38-52-51 0 0,-1 0 1 0 0,-26 28-1 0 0,27-36-1 0 0,10-10-14 0 0,1 0 0 0 0,-1 0-1 0 0,1 0 1 0 0,1 1 0 0 0,-1 0 0 0 0,1-1 0 0 0,-6 11 0 0 0,10-16-7 0 0,0 1 0 0 0,0-1 0 0 0,0 0 1 0 0,0 0-1 0 0,0 0 0 0 0,-1 1 0 0 0,1-1 0 0 0,0 0 0 0 0,0 0 0 0 0,0 1 1 0 0,0-1-1 0 0,0 0 0 0 0,0 0 0 0 0,0 1 0 0 0,0-1 0 0 0,0 0 0 0 0,0 1 1 0 0,0-1-1 0 0,0 0 0 0 0,0 0 0 0 0,0 1 0 0 0,0-1 0 0 0,0 0 0 0 0,0 0 1 0 0,0 1-1 0 0,1-1 0 0 0,-1 0 0 0 0,0 0 0 0 0,0 1 0 0 0,8-3 7 0 0,14-13-17 0 0,-17 11-11 0 0,21-13-92 0 0,-1-2-1 0 0,39-37 1 0 0,122-141-63 0 0,-19 32 194 0 0,-31 33 28 0 0,-119 114-52 0 0,184-180 76 0 0,-158 161-63 0 0,43-46-1 0 0,-33 30 82 0 0,-19 21-45 0 0,-64 42 117 0 0,17-2-135 0 0,-1 0 0 0 0,1 1 0 0 0,1 0 0 0 0,-1 1 0 0 0,-16 18 0 0 0,-15 13 33 0 0,41-39-55 0 0,-265 234-71 0 0,166-133-93 0 0,-202 198-392 0 0,277-275 535 0 0,-47 44-71 0 0,-76 95-1 0 0,126-134 78 0 0,-91 110 8 0 0,72-88 2 0 0,-21 22 57 0 0,61-72-51 0 0,-2 1 46 0 0,2 0 0 0 0,-1 0 0 0 0,0 0 1 0 0,1 1-1 0 0,0-1 0 0 0,-4 8 0 0 0,7-12-47 0 0,0 0 0 0 0,0 0 0 0 0,0 0-1 0 0,0 0 1 0 0,0 1 0 0 0,0-1 0 0 0,0 0 0 0 0,0 0 0 0 0,0 0 0 0 0,0 0-1 0 0,0 0 1 0 0,0 0 0 0 0,0 0 0 0 0,0 0 0 0 0,0 1 0 0 0,0-1 0 0 0,0 0-1 0 0,0 0 1 0 0,0 0 0 0 0,0 0 0 0 0,0 0 0 0 0,0 0 0 0 0,0 0 0 0 0,0 0-1 0 0,0 0 1 0 0,0 0 0 0 0,1 0 0 0 0,-1 0 0 0 0,0 0 0 0 0,0 1 0 0 0,0-1-1 0 0,0 0 1 0 0,0 0 0 0 0,0 0 0 0 0,0 0 0 0 0,0 0 0 0 0,0 0 0 0 0,1 0-1 0 0,-1 0 1 0 0,0 0 0 0 0,0 0 0 0 0,0 0 0 0 0,0 0 0 0 0,0 0 0 0 0,0 0-1 0 0,0 0 1 0 0,0 0 0 0 0,1 0 0 0 0,-1 0 0 0 0,0 0 0 0 0,0 0 0 0 0,0-1-1 0 0,0 1 1 0 0,0 0 0 0 0,0 0 0 0 0,0 0 0 0 0,0 0 0 0 0,0 0 0 0 0,0 0-1 0 0,1 0 1 0 0,-1 0 0 0 0,0 0 0 0 0,0 0 0 0 0,0 0 0 0 0,0 0 0 0 0,0-1-1 0 0,0 1 1 0 0,0 0 0 0 0,0 0 0 0 0,9-5 117 0 0,8-7-155 0 0,1-2-1 0 0,26-27 1 0 0,28-38-150 0 0,-30 31 119 0 0,232-266 107 0 0,-209 242 18 0 0,77-64 1 0 0,-106 102 1 0 0,57-60 104 0 0,11-10-54 0 0,-67 69-142 0 0,-26 23 29 0 0,0 0 0 0 0,2 2 0 0 0,-1-1-1 0 0,1 1 1 0 0,1 1 0 0 0,25-13-1 0 0,-62 39 206 0 0,7-6-124 0 0,0 0 0 0 0,1 1 0 0 0,1 1 0 0 0,-26 28 0 0 0,4-4-6 0 0,-168 183-131 0 0,54-54-49 0 0,-12 8 18 0 0,13 10 27 0 0,88-109 62 0 0,24-31 0 0 0,21-20 0 0 0,15-23 0 0 0,1 1 0 0 0,-1-1 0 0 0,0 1 0 0 0,1-1 0 0 0,-1 1 0 0 0,1-1 0 0 0,0 1 0 0 0,-1 0 0 0 0,1-1 0 0 0,0 1 0 0 0,0 0 0 0 0,0-1 0 0 0,0 1 0 0 0,1 2 0 0 0,-1-4-1 0 0,0 0 1 0 0,0 1-1 0 0,1-1 1 0 0,-1 0-1 0 0,0 1 1 0 0,0-1-1 0 0,1 0 1 0 0,-1 1-1 0 0,0-1 1 0 0,1 0-1 0 0,-1 1 1 0 0,0-1-1 0 0,1 0 0 0 0,-1 0 1 0 0,0 1-1 0 0,1-1 1 0 0,-1 0-1 0 0,1 0 1 0 0,-1 0-1 0 0,1 0 1 0 0,-1 0-1 0 0,0 0 1 0 0,1 0-1 0 0,-1 1 1 0 0,1-1-1 0 0,-1 0 0 0 0,1 0 1 0 0,-1-1-1 0 0,0 1 1 0 0,1 0-1 0 0,-1 0 1 0 0,1 0-1 0 0,-1 0 1 0 0,1 0-1 0 0,-1 0 1 0 0,0 0-1 0 0,1-1 1 0 0,-1 1-1 0 0,0 0 0 0 0,1 0 1 0 0,0-1-1 0 0,21-12-62 0 0,-17 9 33 0 0,19-11-79 0 0,0-2-1 0 0,29-28 1 0 0,39-46-58 0 0,-37 36 138 0 0,97-107 29 0 0,-89 93 0 0 0,52-43 24 0 0,-24 25 16 0 0,-26 25-41 0 0,9-9 13 0 0,-64 60 14 0 0,0 1 0 0 0,0 0 0 0 0,1 0 0 0 0,21-13 0 0 0,-42 29 263 0 0,-2-1-173 0 0,1 2 0 0 0,0 0 0 0 0,-19 14-1 0 0,-198 208 181 0 0,-20 21-574 0 0,244-246 278 0 0,-190 206-163 0 0,84-86 103 0 0,63-72-24 0 0,-54 78 0 0 0,101-130 84 0 0,0 0 0 0 0,0 0 0 0 0,0 0 0 0 0,0 0 0 0 0,0 0 0 0 0,0 0 0 0 0,0 0 0 0 0,0 0 0 0 0,0 0 0 0 0,0 0 0 0 0,0 0 0 0 0,0 0 0 0 0,0 0 0 0 0,0 0 0 0 0,0 0 0 0 0,0 0 0 0 0,0 0 0 0 0,0 0 0 0 0,0 0 0 0 0,0 0 0 0 0,0 0 0 0 0,1 0 0 0 0,-1 1 0 0 0,0-1 0 0 0,0 0 0 0 0,0 0 0 0 0,0 0 0 0 0,0 0 0 0 0,0 0 0 0 0,0 0 0 0 0,0 0 0 0 0,0 0 0 0 0,0 0 0 0 0,0 0 0 0 0,0 0 0 0 0,0 0 0 0 0,0 0 0 0 0,0 0 0 0 0,0 0 0 0 0,0 0 0 0 0,0 0 0 0 0,0 0 0 0 0,0 0 0 0 0,0 0 0 0 0,0 1 0 0 0,8-7 0 0 0,11-9 0 0 0,42-55-71 0 0,149-167 26 0 0,22-23 273 0 0,-102 116-149 0 0,-51 54-58 0 0,-16 27 11 0 0,-42 45-23 0 0,-1-2 1 0 0,28-34-1 0 0,1-18 246 0 0,-59 78-181 0 0,1 0 1 0 0,0 1 0 0 0,0 0 0 0 0,1 1-1 0 0,0 0 1 0 0,0 0 0 0 0,-9 13 0 0 0,0 0 16 0 0,-110 111 32 0 0,-21 25-423 0 0,43-26-86 0 0,-67 78-167 0 0,36-36 473 0 0,82-101 84 0 0,45-62 7 0 0,2 1-1 0 0,-1 0 1 0 0,1 0 0 0 0,1 0-1 0 0,0 1 1 0 0,1 0 0 0 0,0 0-1 0 0,1 1 1 0 0,-5 22 0 0 0,9-34 2 0 0,0-1 0 0 0,0 0 0 0 0,0 0 0 0 0,0 1 0 0 0,-1-1 1 0 0,1 0-1 0 0,0 0 0 0 0,0 0 0 0 0,0 1 0 0 0,0-1 0 0 0,1 0 0 0 0,-1 0 1 0 0,0 1-1 0 0,0-1 0 0 0,0 0 0 0 0,0 0 0 0 0,0 1 0 0 0,0-1 0 0 0,0 0 1 0 0,0 0-1 0 0,0 0 0 0 0,0 1 0 0 0,1-1 0 0 0,-1 0 0 0 0,0 0 0 0 0,0 0 1 0 0,0 0-1 0 0,0 1 0 0 0,1-1 0 0 0,-1 0 0 0 0,0 0 0 0 0,0 0 0 0 0,0 0 1 0 0,1 0-1 0 0,8-2 163 0 0,8-9-410 0 0,14-16-23 0 0,51-57-1 0 0,-62 62 211 0 0,60-74 33 0 0,17-17 17 0 0,40-47 93 0 0,-86 99-61 0 0,18-9 10 0 0,-47 50-29 0 0,34-40 0 0 0,-39 36-6 0 0,-12 16-1 0 0,0 1 1 0 0,0-1-1 0 0,1 1 1 0 0,0 1-1 0 0,1-1 1 0 0,11-8-1 0 0,-39 31 169 0 0,2 1-1 0 0,0 1 1 0 0,1 1 0 0 0,-18 24-1 0 0,-7 7-136 0 0,-32 28-27 0 0,-53 63-152 0 0,106-113 78 0 0,-51 60-120 0 0,56-70 150 0 0,-96 106-110 0 0,58-65 64 0 0,37-41 47 0 0,1 1-1 0 0,-16 22 1 0 0,24-27 4 0 0,6-8 17 0 0,0-1-1 0 0,-1 0 1 0 0,0-1-1 0 0,-6 8 1 0 0,23-26-58 0 0,0 0 0 0 0,11-17 0 0 0,10-11-63 0 0,164-188-80 0 0,-141 159 209 0 0,-35 41 0 0 0,30-30 0 0 0,-24 33 0 0 0,-8 8 0 0 0,19-24 0 0 0,-18 16 0 0 0,-8 9 0 0 0,22-21 0 0 0,-14 18 0 0 0,1 0 0 0 0,29-36 0 0 0,-26 26 17 0 0,12-17 46 0 0,-39 46 71 0 0,-6 4-74 0 0,-7 5 95 0 0,-11 8-29 0 0,2 2 0 0 0,0 1 0 0 0,-25 24 0 0 0,-61 68-198 0 0,42-39 36 0 0,-317 347-157 0 0,366-395 193 0 0,13-15 0 0 0,0 0 0 0 0,0 0 0 0 0,-14 10 0 0 0,27-25 54 0 0,0-1-1 0 0,-1 1 1 0 0,7-11-1 0 0,2-3 13 0 0,140-166-667 0 0,-114 138 530 0 0,27-24 86 0 0,16-20 23 0 0,-59 60-28 0 0,40-45 3 0 0,68-61 47 0 0,-81 88-57 0 0,-35 35 18 0 0,-1-1-1 0 0,23-29 0 0 0,-38 46-19 0 0,27-36-8 0 0,-26 33 17 0 0,1 0-1 0 0,0 0 0 0 0,0 1 0 0 0,0-1 0 0 0,0 1 1 0 0,0 0-1 0 0,1 0 0 0 0,6-3 0 0 0,-16 7 67 0 0,0 1-1 0 0,-1 0 0 0 0,1 1 1 0 0,1-1-1 0 0,-1 1 1 0 0,-7 6-1 0 0,-29 33 27 0 0,19-20-49 0 0,-72 83 39 0 0,-5 4-249 0 0,79-89 112 0 0,-115 122-165 0 0,37-28 82 0 0,-15 17 140 0 0,96-109 13 0 0,2 0 1 0 0,-19 35-1 0 0,34-58-25 0 0,1 0 0 0 0,0 0 0 0 0,0 0 0 0 0,0 0 0 0 0,0 0 1 0 0,0 1-1 0 0,0-1 0 0 0,0 0 0 0 0,0 0 0 0 0,0 0 0 0 0,-1 0 0 0 0,1 0 0 0 0,0 0 0 0 0,0 0 0 0 0,0 0 0 0 0,0 0 0 0 0,0 0 1 0 0,0 0-1 0 0,0 0 0 0 0,0 1 0 0 0,0-1 0 0 0,0 0 0 0 0,0 0 0 0 0,0 0 0 0 0,0 0 0 0 0,0 0 0 0 0,0 0 0 0 0,0 0 0 0 0,0 0 0 0 0,0 1 1 0 0,0-1-1 0 0,0 0 0 0 0,0 0 0 0 0,0 0 0 0 0,0 0 0 0 0,0 0 0 0 0,0 0 0 0 0,0 0 0 0 0,0 0 0 0 0,0 1 0 0 0,0-1 0 0 0,0 0 1 0 0,0 0-1 0 0,0 0 0 0 0,0 0 0 0 0,0 0 0 0 0,0 0 0 0 0,1 0 0 0 0,-1 0 0 0 0,0 0 0 0 0,0 0 0 0 0,0 0 0 0 0,0 0 0 0 0,0 1 1 0 0,0-1-1 0 0,0 0 0 0 0,0 0 0 0 0,8-4-46 0 0,9-10-97 0 0,24-25-77 0 0,68-83-1 0 0,-42 44 102 0 0,72-89 119 0 0,-58 79 0 0 0,-22 26 0 0 0,67-72 0 0 0,-81 88 28 0 0,-27 26 4 0 0,1 1 0 0 0,34-25 0 0 0,-44 37-13 0 0,-1 1-1 0 0,9-10 1 0 0,-14 14-5 0 0,-1-1 1 0 0,1 1-1 0 0,-1-1 0 0 0,0 0 1 0 0,0 0-1 0 0,0 0 0 0 0,-1 0 0 0 0,1-1 1 0 0,-1 1-1 0 0,1-4 0 0 0,-2 7-11 0 0,0 0 0 0 0,0 0 0 0 0,0 0 0 0 0,0 0 0 0 0,0 0 0 0 0,0 0-1 0 0,0 1 1 0 0,0-1 0 0 0,0 0 0 0 0,0 0 0 0 0,0 0 0 0 0,0 0 0 0 0,0 0 0 0 0,0 0-1 0 0,0 0 1 0 0,0 0 0 0 0,0 0 0 0 0,0 0 0 0 0,0 0 0 0 0,0 0 0 0 0,0 0 0 0 0,0 0-1 0 0,0 0 1 0 0,0 0 0 0 0,-1 0 0 0 0,1 0 0 0 0,0 0 0 0 0,0 0 0 0 0,0 0 0 0 0,0 0-1 0 0,0 0 1 0 0,0 0 0 0 0,0 0 0 0 0,0 0 0 0 0,0 0 0 0 0,0 0 0 0 0,0 0 0 0 0,0 0-1 0 0,0 0 1 0 0,0 0 0 0 0,0 0 0 0 0,0 0 0 0 0,0 0 0 0 0,0 0 0 0 0,0 0 0 0 0,0-1-1 0 0,0 1 1 0 0,-1 0 0 0 0,1 0 0 0 0,0 0 0 0 0,0 0 0 0 0,0 0 0 0 0,0 0-1 0 0,0 0 1 0 0,0 0 0 0 0,0 0 0 0 0,0 0 0 0 0,0 0 0 0 0,0 0 0 0 0,0 0 0 0 0,0 0-1 0 0,0 0 1 0 0,0 0 0 0 0,0 0 0 0 0,0 0 0 0 0,0 0 0 0 0,0 0 0 0 0,0-1 0 0 0,0 1 0 0 0,-6 5 84 0 0,-8 7 50 0 0,-63 55 36 0 0,-61 59 107 0 0,83-65-333 0 0,-42 41-134 0 0,75-82 138 0 0,-1 0-36 0 0,-30 35-1 0 0,31-28 68 0 0,9-10 17 0 0,-29 29 0 0 0,14-22-9 0 0,-22 22-44 0 0,45-40 53 0 0,-1 0 0 0 0,1 0 0 0 0,1 1-1 0 0,-1 0 1 0 0,1 0 0 0 0,-4 10 0 0 0,8-17 2 0 0,0 0 0 0 0,0 0 0 0 0,0 0 0 0 0,0 0 0 0 0,0 0 0 0 0,0 0 0 0 0,0 0 0 0 0,0 0 0 0 0,0 0 0 0 0,0 0 0 0 0,0 0 0 0 0,0 0 0 0 0,0 0 0 0 0,0 0 0 0 0,0 0 0 0 0,1 0 0 0 0,-1 0 0 0 0,0 1 0 0 0,0-1 0 0 0,0 0 0 0 0,0 0 0 0 0,0 0 0 0 0,0 0 0 0 0,0 0 0 0 0,0 0 0 0 0,0 0 0 0 0,0 0 0 0 0,0 0 0 0 0,0 0 0 0 0,0 0 0 0 0,0 0 0 0 0,0 0 0 0 0,0 0 0 0 0,0 0 0 0 0,0 0 0 0 0,0 0 0 0 0,0 0 0 0 0,0 0 0 0 0,0 0 0 0 0,0 1 0 0 0,0-1 0 0 0,0 0 0 0 0,0 0 0 0 0,0 0 0 0 0,0 0 0 0 0,0 0 0 0 0,0 0 0 0 0,0 0 0 0 0,0 0 0 0 0,0 0 0 0 0,0 0 0 0 0,0 0 0 0 0,0 0 0 0 0,0 0 0 0 0,0 0 0 0 0,6-5 12 0 0,7-10-34 0 0,16-19-108 0 0,38-35 1 0 0,-20 23 49 0 0,-1-1 31 0 0,139-151 43 0 0,-40 38 207 0 0,268-229 1 0 0,-174 160-314 0 0,-162 162 53 0 0,-53 48 46 0 0,41-41 1 0 0,-49 44 55 0 0,1 0 1 0 0,24-16-1 0 0,-53 37-10 0 0,1 0 0 0 0,0 0 0 0 0,0 1 0 0 0,1 1 0 0 0,-14 10 0 0 0,-43 44 20 0 0,20-16 3 0 0,-75 59-109 0 0,-172 165-216 0 0,225-195 220 0 0,-89 90-32 0 0,151-157 81 0 0,-20 17 25 0 0,-37 45 0 0 0,52-54-19 0 0,-15 21 22 0 0,-38 36-1 0 0,57-64-27 0 0,0 0 0 0 0,0 0 0 0 0,1 1 0 0 0,0 0 0 0 0,0 1 0 0 0,1-1 0 0 0,1 1 0 0 0,0 1 0 0 0,0-1 0 0 0,-5 17 0 0 0,10-26-1 0 0,-1-1 1 0 0,1 0-1 0 0,0 0 0 0 0,0 0 1 0 0,0 1-1 0 0,0-1 1 0 0,0 0-1 0 0,0 1 0 0 0,0-1 1 0 0,0 0-1 0 0,0 0 0 0 0,0 1 1 0 0,0-1-1 0 0,0 0 0 0 0,0 0 1 0 0,0 1-1 0 0,0-1 0 0 0,0 0 1 0 0,0 0-1 0 0,0 1 1 0 0,0-1-1 0 0,0 0 0 0 0,0 0 1 0 0,1 1-1 0 0,-1-1 0 0 0,0 0 1 0 0,0 0-1 0 0,0 0 0 0 0,0 1 1 0 0,1-1-1 0 0,-1 0 1 0 0,0 0-1 0 0,0 0 0 0 0,0 1 1 0 0,1-1-1 0 0,-1 0 0 0 0,11-3 27 0 0,12-12-87 0 0,-23 14 44 0 0,268-239-220 0 0,-109 90 148 0 0,-100 98 91 0 0,202-184 47 0 0,-78 85-28 0 0,-102 87 27 0 0,24-17-45 0 0,-88 69 16 0 0,-1-2-1 0 0,-1 0 1 0 0,23-26 0 0 0,-38 40-18 0 0,0 0 1 0 0,0 0-1 0 0,0 0 1 0 0,0 0-1 0 0,0 0 1 0 0,0 0 0 0 0,0 0-1 0 0,0 0 1 0 0,0 0-1 0 0,0 0 1 0 0,0 0-1 0 0,0 0 1 0 0,0 0-1 0 0,0 0 1 0 0,-1 0 0 0 0,1 0-1 0 0,0 0 1 0 0,0 0-1 0 0,0 0 1 0 0,0 0-1 0 0,0 0 1 0 0,0 0-1 0 0,0 0 1 0 0,0 0 0 0 0,0 0-1 0 0,0 0 1 0 0,0 0-1 0 0,0 0 1 0 0,0-1-1 0 0,0 1 1 0 0,0 0 0 0 0,0 0-1 0 0,0 0 1 0 0,0 0-1 0 0,0 0 1 0 0,0 0-1 0 0,0 0 1 0 0,0 0-1 0 0,0 0 1 0 0,0 0 0 0 0,0 0-1 0 0,0 0 1 0 0,0 0-1 0 0,0 0 1 0 0,0 0-1 0 0,0 0 1 0 0,0 0-1 0 0,0 0 1 0 0,0 0 0 0 0,0 0-1 0 0,0 0 1 0 0,0-1-1 0 0,-9 5 78 0 0,-12 6 67 0 0,-70 60 237 0 0,-103 68-361 0 0,64-37-189 0 0,-103 87-315 0 0,-26 38 102 0 0,202-177 373 0 0,42-35 18 0 0,0 0 0 0 0,1 2 0 0 0,0-1 0 0 0,-14 24 0 0 0,22-32 9 0 0,-2 5 5 0 0,10-10-62 0 0,7-6-58 0 0,-1-1 46 0 0,-1-1 0 0 0,1 0-1 0 0,-1 0 1 0 0,-1 0-1 0 0,7-8 1 0 0,11-10-8 0 0,195-170-68 0 0,-63 57 65 0 0,-7 9 59 0 0,-56 50 0 0 0,99-74 0 0 0,-26 22 0 0 0,-141 112 0 0 0,0 0 0 0 0,36-18 0 0 0,-47 26 156 0 0,-14 8-35 0 0,-8 6-37 0 0,-38 19 237 0 0,32-17-263 0 0,1 0 1 0 0,-17 11-1 0 0,-138 102-35 0 0,-92 71-216 0 0,187-130 140 0 0,-18 14 35 0 0,68-58 18 0 0,6-5 0 0 0,0 1 0 0 0,-20 19 0 0 0,23-18 0 0 0,-7 9 0 0 0,-2-1 0 0 0,-26 19 0 0 0,49-40 0 0 0,-18 12 0 0 0,-21 19 0 0 0,35-27 0 0 0,0-1 0 0 0,1 1 0 0 0,-1 0 0 0 0,1 0 0 0 0,0 0 0 0 0,0 1 0 0 0,0-1 0 0 0,1 1 0 0 0,-1 0 0 0 0,1 0 0 0 0,-2 5 0 0 0,5-7-15 0 0,4-4-24 0 0,5-6-59 0 0,93-73-246 0 0,-13 7 185 0 0,-37 27 91 0 0,369-276 271 0 0,-313 237-227 0 0,-41 31-8 0 0,76-45 0 0 0,-44 33 93 0 0,6-3 30 0 0,-93 62-81 0 0,23-8-1 0 0,-28 12-9 0 0,0 0 0 0 0,0 0-1 0 0,0-1 1 0 0,-1 0-1 0 0,0 0 1 0 0,0 0 0 0 0,0-1-1 0 0,9-8 1 0 0,-25 20 185 0 0,0-1-1 0 0,-13 7 1 0 0,8-5-3 0 0,-36 22 64 0 0,-33 20-423 0 0,-109 83-268 0 0,98-62 254 0 0,1 0 19 0 0,85-65 164 0 0,-144 106 202 0 0,99-71-140 0 0,30-24-36 0 0,-40 39-1 0 0,46-37-113 0 0,-2-2 0 0 0,-33 24 0 0 0,102-58 191 0 0,-35 9-143 0 0,-1-1 0 0 0,-1 0 1 0 0,0 0-1 0 0,18-17 0 0 0,21-16 48 0 0,-13 16 7 0 0,93-69-27 0 0,53-37-346 0 0,-141 102 361 0 0,58-35 5 0 0,11-8 0 0 0,-68 41 88 0 0,87-43 0 0 0,-72 52 561 0 0,-94 35-442 0 0,1 1-1 0 0,0 1 0 0 0,-52 32 1 0 0,-100 66-377 0 0,-3 10-12 0 0,150-96 126 0 0,-22 12 44 0 0,39-26 12 0 0,1 2 1 0 0,0 0-1 0 0,-22 19 0 0 0,25-18-13 0 0,0-1 0 0 0,-1 0 1 0 0,-1-2-1 0 0,-21 11 0 0 0,29-14-79 0 0,10-6 20 0 0,8-3 20 0 0,14-6-39 0 0,0-1 1 0 0,-1 0-1 0 0,0-2 0 0 0,0 0 1 0 0,27-18-1 0 0,-32 17 74 0 0,169-109-86 0 0,-92 60 103 0 0,32-17 0 0 0,66-42 99 0 0,-166 102-31 0 0,0 2 0 0 0,0 0 1 0 0,2 1-1 0 0,26-9 0 0 0,-45 20-37 0 0,-1 0 0 0 0,0 0 1 0 0,0-1-1 0 0,0 1 0 0 0,0-1 0 0 0,0-1 0 0 0,-1 1 1 0 0,0-1-1 0 0,8-7 0 0 0,-22 13 225 0 0,-7 4-143 0 0,-51 22 180 0 0,-60 31-319 0 0,88-38-10 0 0,-251 150-540 0 0,163-89 396 0 0,49-32 136 0 0,-2 10 44 0 0,56-39 0 0 0,-49 29 0 0 0,59-42 0 0 0,-22 14 0 0 0,33-20 0 0 0,0 0 0 0 0,1 1 0 0 0,-1-1 0 0 0,1 0 0 0 0,0 1 0 0 0,-1-1 0 0 0,1 1 0 0 0,0 0 0 0 0,-2 5 0 0 0,4-8-1 0 0,-1 1 1 0 0,1-1-1 0 0,0 0 1 0 0,0 0-1 0 0,0 0 1 0 0,0 0-1 0 0,0 0 0 0 0,0 0 1 0 0,0 0-1 0 0,0 0 1 0 0,0 1-1 0 0,0-1 1 0 0,0 0-1 0 0,0 0 1 0 0,0 0-1 0 0,0 0 0 0 0,-1 0 1 0 0,1 0-1 0 0,0 1 1 0 0,0-1-1 0 0,0 0 1 0 0,0 0-1 0 0,0 0 0 0 0,1 0 1 0 0,-1 0-1 0 0,0 0 1 0 0,0 1-1 0 0,0-1 1 0 0,0 0-1 0 0,0 0 0 0 0,0 0 1 0 0,0 0-1 0 0,0 0 1 0 0,0 0-1 0 0,0 0 1 0 0,0 1-1 0 0,0-1 0 0 0,0 0 1 0 0,0 0-1 0 0,1 0 1 0 0,-1 0-1 0 0,0 0 1 0 0,0 0-1 0 0,0 0 0 0 0,0 0 1 0 0,7-2-62 0 0,9-7-73 0 0,64-39-129 0 0,-3 3 111 0 0,130-94 73 0 0,-126 84 80 0 0,55-34 0 0 0,3-3-1 0 0,-50 31 15 0 0,-70 50 45 0 0,38-16 0 0 0,-12 6 45 0 0,-28 11-44 0 0,-16 9-54 0 0,-1 1 0 0 0,1-1-1 0 0,0 1 1 0 0,-1-1 0 0 0,1 1-1 0 0,0-1 1 0 0,-1 1 0 0 0,1-1 0 0 0,-1 1-1 0 0,1-1 1 0 0,-1 0 0 0 0,1 1-1 0 0,-1-1 1 0 0,0 0 0 0 0,1 0-1 0 0,-1 1 1 0 0,0-1 0 0 0,1 0-1 0 0,-1 0 1 0 0,0 0 0 0 0,0 0 7 0 0,-1 1 0 0 0,1 0 0 0 0,0 0 0 0 0,-1-1 0 0 0,1 1 0 0 0,-1 0 0 0 0,1 0 0 0 0,-1 0 0 0 0,1 0 0 0 0,-1 0 0 0 0,1 0 0 0 0,0 0 0 0 0,-1 0 0 0 0,1 0 0 0 0,-1 0 0 0 0,1 0 0 0 0,-1 0 0 0 0,1 0 0 0 0,-1 0 0 0 0,1 0 0 0 0,-1 0 0 0 0,1 1 0 0 0,0-1 0 0 0,-1 0 0 0 0,-14 5 75 0 0,13-4-68 0 0,-61 20-9 0 0,1 4-1 0 0,-80 44 1 0 0,83-34-208 0 0,-82 48-185 0 0,-9 5 145 0 0,34-18 181 0 0,-3 10 81 0 0,34-20 94 0 0,80-57-119 0 0,-8 5 0 0 0,12-8 0 0 0,7-4 0 0 0,35-26-57 0 0,29-22-77 0 0,68-50-299 0 0,-64 44 320 0 0,1 0 74 0 0,-34 31 36 0 0,73-51 29 0 0,-61 39 187 0 0,76-39 0 0 0,-114 69-193 0 0,-5 4 36 0 0,-1-1-1 0 0,0 0 0 0 0,-1 0 1 0 0,1 0-1 0 0,-1-1 0 0 0,0 0 1 0 0,8-11-1 0 0,-24 20 361 0 0,-6 6-303 0 0,-142 88 246 0 0,26-16-663 0 0,33-20 40 0 0,-68 48-375 0 0,124-78 614 0 0,-35 26 16 0 0,62-48 41 0 0,1 0 1 0 0,-1 0-1 0 0,-27 9 0 0 0,53-22-160 0 0,1-1 0 0 0,20-13 0 0 0,-19 10 40 0 0,112-80-560 0 0,-10 7 471 0 0,46-27 1 0 0,-32 26-78 0 0,-23 18 398 0 0,-98 58-82 0 0,55-36 150 0 0,-54 37 45 0 0,0 0 1 0 0,1 1-1 0 0,20-7 0 0 0,-55 18 25 0 0,0 2 0 0 0,0 1 0 0 0,-28 15 0 0 0,-43 34-324 0 0,8-4-64 0 0,-104 69-266 0 0,90-55 372 0 0,57-39 0 0 0,-67 55 0 0 0,108-80 0 0 0,-1-1 0 0 0,0 0 0 0 0,1 0 0 0 0,-2 0 0 0 0,1 0 0 0 0,0-1 0 0 0,0 1 0 0 0,-1-1 0 0 0,0 0 0 0 0,1-1 0 0 0,-7 3 0 0 0,44-23-37 0 0,-17 7-270 0 0,24-22 1 0 0,8-7 7 0 0,88-46 347 0 0,-34 24 48 0 0,-49 31-24 0 0,65-29 1 0 0,38-22 136 0 0,-134 68-159 0 0,-15 10-21 0 0,-1 0-1 0 0,1 1 1 0 0,0 0 0 0 0,0 0-1 0 0,10-4 1 0 0,-51 21 240 0 0,1 1 0 0 0,1 1 1 0 0,-49 31-1 0 0,-13 7-337 0 0,-164 105-59 0 0,171-100 106 0 0,75-49 21 0 0,-23 18 0 0 0,30-23 0 0 0,1 1 0 0 0,0-1 0 0 0,0 1 0 0 0,0 0 0 0 0,1 0 0 0 0,-1 0 0 0 0,-3 9 0 0 0,7-14-1 0 0,0 0 0 0 0,-1 1 0 0 0,1-1 0 0 0,0 0 0 0 0,0 1 0 0 0,0-1-1 0 0,0 0 1 0 0,-1 1 0 0 0,1-1 0 0 0,0 0 0 0 0,0 1 0 0 0,0-1 0 0 0,0 0 0 0 0,0 1 0 0 0,0-1 0 0 0,0 1 0 0 0,0-1 0 0 0,0 0 0 0 0,0 1-1 0 0,0-1 1 0 0,0 0 0 0 0,0 1 0 0 0,0-1 0 0 0,0 0 0 0 0,1 1 0 0 0,-1-1 0 0 0,0 0 0 0 0,0 1 0 0 0,0-1 0 0 0,0 0 0 0 0,1 1-1 0 0,-1-1 1 0 0,0 0 0 0 0,0 0 0 0 0,1 1 0 0 0,-1-1 0 0 0,0 0 0 0 0,1 0 0 0 0,-1 1 0 0 0,0-1 0 0 0,0 0 0 0 0,1 0 0 0 0,-1 0 0 0 0,1 0-1 0 0,-1 1 1 0 0,0-1 0 0 0,1 0 0 0 0,-1 0 0 0 0,0 0 0 0 0,1 0 0 0 0,-1 0 0 0 0,0 0 0 0 0,1 0 0 0 0,23-3-108 0 0,-19 2 84 0 0,16-5-37 0 0,0 0 0 0 0,-1-2 0 0 0,0 0 0 0 0,0-2 0 0 0,33-20 0 0 0,35-17-78 0 0,-39 25 135 0 0,115-55-95 0 0,-91 40 169 0 0,148-51 0 0 0,-73 33 317 0 0,-132 48-365 0 0,48-17 33 0 0,-58 22-42 0 0,1 1 0 0 0,-1-1 0 0 0,1 1 0 0 0,0 0 0 0 0,-1 1 0 0 0,1 0-1 0 0,10 0 1 0 0,-17 0-10 0 0,0 0-1 0 0,0 0 1 0 0,0 0-1 0 0,0 0 0 0 0,1 0 1 0 0,-1 0-1 0 0,0 0 1 0 0,0 0-1 0 0,0 0 0 0 0,0 0 1 0 0,1 0-1 0 0,-1 0 1 0 0,0 0-1 0 0,0 0 0 0 0,0 0 1 0 0,0 0-1 0 0,1 0 1 0 0,-1 1-1 0 0,0-1 0 0 0,0 0 1 0 0,0 0-1 0 0,0 0 1 0 0,0 0-1 0 0,1 0 0 0 0,-1 0 1 0 0,0 0-1 0 0,0 0 1 0 0,0 1-1 0 0,0-1 0 0 0,0 0 1 0 0,0 0-1 0 0,0 0 1 0 0,0 0-1 0 0,0 1 0 0 0,1-1 1 0 0,-1 0-1 0 0,0 0 1 0 0,0 0-1 0 0,0 0 0 0 0,0 0 1 0 0,0 1-1 0 0,-7 5 18 0 0,-15 7-26 0 0,18-11 11 0 0,-62 38 20 0 0,-31 14 16 0 0,43-29-50 0 0,3-3-36 0 0,-74 45 1 0 0,-17 11-102 0 0,125-69 147 0 0,0 0 0 0 0,1 1 0 0 0,0 1 0 0 0,1 1 0 0 0,-25 23 0 0 0,40-34 0 0 0,-1-1 0 0 0,1 0 1 0 0,0 0-1 0 0,0 0 0 0 0,0 0 0 0 0,0 0 0 0 0,-1 0 0 0 0,1 0 1 0 0,0 1-1 0 0,0-1 0 0 0,0 0 0 0 0,0 0 0 0 0,0 0 0 0 0,-1 0 1 0 0,1 0-1 0 0,0 1 0 0 0,0-1 0 0 0,0 0 0 0 0,0 0 0 0 0,0 0 1 0 0,0 1-1 0 0,0-1 0 0 0,0 0 0 0 0,0 0 0 0 0,0 0 0 0 0,0 1 1 0 0,0-1-1 0 0,0 0 0 0 0,0 0 0 0 0,0 0 0 0 0,0 1 0 0 0,0-1 1 0 0,0 0-1 0 0,0 0 0 0 0,0 0 0 0 0,0 1 0 0 0,0-1 0 0 0,0 0 0 0 0,9 1-77 0 0,13-6-171 0 0,-8 0 137 0 0,0-1-1 0 0,-1-1 0 0 0,19-11 0 0 0,11-6 22 0 0,76-26 8 0 0,27-13 145 0 0,-104 40 12 0 0,1 3-1 0 0,1 1 0 0 0,1 2 0 0 0,49-11 0 0 0,-43 14 97 0 0,95-41-1 0 0,-138 52-156 0 0,-154 58 279 0 0,-8-11-497 0 0,108-34 109 0 0,1 3-1 0 0,-49 20 0 0 0,-85 49-69 0 0,171-79 163 0 0,-1 0 0 0 0,-16 3-1 0 0,-3 1 83 0 0,75-10-265 0 0,-18-2 124 0 0,-1-2 0 0 0,40-16 0 0 0,54-28 70 0 0,-5 1-11 0 0,51-1 97 0 0,8-2 218 0 0,-169 50-294 0 0,99-36 103 0 0,-83 32-126 0 0,1 1 0 0 0,39-5 0 0 0,-152 38 491 0 0,-59 22-622 0 0,88-28 10 0 0,-106 24 1 0 0,122-36 129 0 0,1 2 1 0 0,-1 2-1 0 0,-43 20 0 0 0,78-30 32 0 0,13-7-135 0 0,14-8-33 0 0,27-9 67 0 0,65-22-1 0 0,-62 26 11 0 0,58-30 0 0 0,-72 28 76 0 0,1 2 0 0 0,0 2 1 0 0,1 1-1 0 0,0 2 0 0 0,48-10 0 0 0,-77 21-18 0 0,-4 1 14 0 0,-1 0 0 0 0,1-1 0 0 0,0 1 0 0 0,0 0 0 0 0,-1-1 0 0 0,1 0 0 0 0,-1 0 0 0 0,1 0 0 0 0,-1 0 0 0 0,1 0 0 0 0,-1 0 0 0 0,4-3 0 0 0,-7 4 2 0 0,1-1 0 0 0,-1 1 1 0 0,0 0-1 0 0,0 0 1 0 0,0 0-1 0 0,0 0 0 0 0,0 0 1 0 0,0 0-1 0 0,1 0 1 0 0,-1 0-1 0 0,0 0 0 0 0,0 0 1 0 0,-1 1-1 0 0,-77 14 218 0 0,6-1-329 0 0,-85 28 0 0 0,-23 31-125 0 0,130-52 177 0 0,-60 15-1 0 0,33-12-202 0 0,55-16 413 0 0,24-8-165 0 0,-1 0-1 0 0,0 0 1 0 0,0 0-1 0 0,0 0 0 0 0,0 0 1 0 0,0 0-1 0 0,0 0 1 0 0,0 0-1 0 0,0 0 1 0 0,0 0-1 0 0,0 1 0 0 0,0-1 1 0 0,0 0-1 0 0,0 0 1 0 0,0 0-1 0 0,0 0 1 0 0,0 0-1 0 0,0 0 0 0 0,0 0 1 0 0,0 0-1 0 0,0 0 1 0 0,15-4 48 0 0,88-31-101 0 0,-36 11 22 0 0,-27 8 22 0 0,72-38 0 0 0,-74 33 39 0 0,75-28 1 0 0,-110 48-31 0 0,2-1 13 0 0,1 0 1 0 0,0 0 0 0 0,0 0-1 0 0,0 1 1 0 0,0 0-1 0 0,0 1 1 0 0,9-1-1 0 0,-20 2 33 0 0,0-1-1 0 0,0 1 0 0 0,0 0 0 0 0,-6 3 0 0 0,0-1 0 0 0,-28 9-54 0 0,0 2-1 0 0,1 2 0 0 0,-39 22 1 0 0,31-15-110 0 0,-57 21 0 0 0,60-30 41 0 0,7-2 38 0 0,1 1-1 0 0,-44 22 0 0 0,36-8 35 0 0,69-57-896 0 0,-11 18 872 0 0,1 2 0 0 0,0 0 1 0 0,0 0-1 0 0,1 2 0 0 0,19-8 0 0 0,-9 5-96 0 0,27-17-1 0 0,-36 17 67 0 0,-7 6 4 0 0,0-2 0 0 0,18-15 0 0 0,-28 21 41 0 0,-3 1-1 0 0,-9 4-10 0 0,-12 6-1 0 0,-22 14-4 0 0,-67 31-91 0 0,64-33 215 0 0,-79 47 1 0 0,70-35 133 0 0,32-21 56 0 0,-40 14 0 0 0,44-19-140 0 0,0 0 0 0 0,0 2 0 0 0,-22 14 0 0 0,28-14-111 0 0,8-5-20 0 0,0 1 1 0 0,-1-2 0 0 0,0 1 0 0 0,0-1 0 0 0,-12 4 0 0 0,20-10 4 0 0,6-5 26 0 0,9-8 23 0 0,18-10-113 0 0,1 2-1 0 0,1 1 1 0 0,40-19 0 0 0,-60 33 10 0 0,-1-2 0 0 0,-1 0 0 0 0,1 0 0 0 0,11-13 1 0 0,-11 10 8 0 0,0 1 1 0 0,28-19-1 0 0,-54 33 81 0 0,1 0-1 0 0,-15 5 1 0 0,-7 8-50 0 0,1 1-1 0 0,-34 25 1 0 0,38-23-49 0 0,0-1 0 0 0,-59 25 1 0 0,78-38-18 0 0,-6 1 70 0 0,-23 12 0 0 0,35-15-46 0 0,-1 0 0 0 0,1 0 0 0 0,0 0 0 0 0,0 0 0 0 0,0 1 0 0 0,0-1 1 0 0,1 1-1 0 0,-1 0 0 0 0,1 0 0 0 0,-1 0 0 0 0,1 0 0 0 0,-3 5 0 0 0,5-8-3 0 0,0 0 1 0 0,0 0-1 0 0,0 0 1 0 0,0 0-1 0 0,0 0 0 0 0,0 0 1 0 0,1 0-1 0 0,-1 0 1 0 0,0 0-1 0 0,0 0 0 0 0,0 0 1 0 0,0 0-1 0 0,0 0 1 0 0,0 0-1 0 0,0 0 0 0 0,0-1 1 0 0,1 1-1 0 0,-1 0 1 0 0,0 0-1 0 0,0 0 0 0 0,0 0 1 0 0,0 0-1 0 0,0 0 1 0 0,0 0-1 0 0,0 0 0 0 0,1 1 1 0 0,-1-1-1 0 0,0 0 1 0 0,0 0-1 0 0,0 0 0 0 0,0 0 1 0 0,0 0-1 0 0,0 0 1 0 0,0 0-1 0 0,0 0 0 0 0,1 0 1 0 0,-1 0-1 0 0,0 0 1 0 0,0 0-1 0 0,0 0 0 0 0,0 0 1 0 0,0 0-1 0 0,0 1 1 0 0,0-1-1 0 0,0 0 0 0 0,0 0 1 0 0,0 0-1 0 0,0 0 1 0 0,0 0-1 0 0,0 0 0 0 0,0 0 1 0 0,0 0-1 0 0,0 1 1 0 0,0-1-1 0 0,0 0 0 0 0,0 0 1 0 0,0 0-1 0 0,0 0 1 0 0,0 0-1 0 0,0 0 0 0 0,0 0 1 0 0,0 1-1 0 0,0-1 1 0 0,0 0-1 0 0,0 0 0 0 0,0 0 1 0 0,6-4-2196 0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13T18:34:34.020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9375 62 3223 0 0,'-53'-44'13673'0'0,"20"31"-9584"0"0,28 21-3323 0 0,3-7-560 0 0,0 0 0 0 0,0-1 0 0 0,0 1 0 0 0,0-1 0 0 0,0 1 0 0 0,0-1-1 0 0,0 0 1 0 0,0 1 0 0 0,0-1 0 0 0,0 0 0 0 0,0-1 0 0 0,0 1 0 0 0,-4-1 0 0 0,-6 0 223 0 0,0 1-218 0 0,2 1-73 0 0,0-1 0 0 0,0 0-1 0 0,0-1 1 0 0,0 0-1 0 0,0-1 1 0 0,0 0 0 0 0,-10-4-1 0 0,18 6-125 0 0,0-1 0 0 0,0 0 0 0 0,0 1-1 0 0,0-1 1 0 0,0 1 0 0 0,0 0 0 0 0,0 0 0 0 0,0 0-1 0 0,0 0 1 0 0,0 0 0 0 0,0 0 0 0 0,0 0 0 0 0,0 1-1 0 0,-2 0 1 0 0,-25 12 280 0 0,24-10-258 0 0,0-1 0 0 0,0 1 1 0 0,0-1-1 0 0,-7 2 0 0 0,8-4-28 0 0,-1 1 1 0 0,-1-1-1 0 0,1 0 0 0 0,0 0 0 0 0,-9-2 0 0 0,-17 0 21 0 0,-12 5-27 0 0,42-3 1 0 0,1 1-1 0 0,-1-1 1 0 0,1 0 0 0 0,-1 0 0 0 0,1 1-1 0 0,-1-1 1 0 0,1 0 0 0 0,-1 1-1 0 0,1-1 1 0 0,0 1 0 0 0,-1-1-1 0 0,1 0 1 0 0,-1 1 0 0 0,1-1 0 0 0,0 1-1 0 0,-1-1 1 0 0,1 1 0 0 0,0-1-1 0 0,0 1 1 0 0,-1-1 0 0 0,1 1-1 0 0,0 1 1 0 0,0-2 10 0 0,-1 1 0 0 0,1 0 0 0 0,0 0 0 0 0,-1 0 0 0 0,1 0 0 0 0,-1-1 0 0 0,1 1 0 0 0,-1 0 0 0 0,1-1 0 0 0,-1 1 0 0 0,0 0 0 0 0,1-1-1 0 0,-2 2 1 0 0,-6 2 22 0 0,0-1-1 0 0,0 0 1 0 0,0 0-1 0 0,0-1 0 0 0,-1 0 1 0 0,1-1-1 0 0,-1 1 1 0 0,0-2-1 0 0,-13 1 0 0 0,-19 2-9 0 0,7 2 93 0 0,1 1-1 0 0,1 1 1 0 0,-48 18 0 0 0,68-21-64 0 0,-1 0 0 0 0,1-1 1 0 0,-1-1-1 0 0,-19 2 0 0 0,19-3 52 0 0,-39 10 179 0 0,22-5-174 0 0,-53 6-45 0 0,80-12-64 0 0,-58 8 194 0 0,-19 1 60 0 0,-87-5-312 0 0,125-5 160 0 0,24 2-45 0 0,-25 4 1 0 0,3 0-25 0 0,-14 9-33 0 0,12-6 82 0 0,33-5-52 0 0,0-1 1 0 0,0-1-1 0 0,-17 2 0 0 0,-33-1 103 0 0,-64-14 275 0 0,72 11-408 0 0,10-1-72 0 0,0 1 0 0 0,-43 6-1 0 0,61-4 98 0 0,-90 15-25 0 0,59-3 0 0 0,12-7 54 0 0,32-3-39 0 0,-1-1-1 0 0,1-1 1 0 0,0 0 0 0 0,-18-1 0 0 0,-47-4-13 0 0,-31-5 124 0 0,73 6-54 0 0,-37 1 0 0 0,52 2-69 0 0,-115 3 58 0 0,107 1-61 0 0,-41 10 0 0 0,19-3 0 0 0,31-9 25 0 0,0 0-1 0 0,-1-1 1 0 0,-27-3 0 0 0,1 1 4 0 0,-39-6 555 0 0,51 5-602 0 0,-23-3-205 0 0,-91 6 0 0 0,128 2 237 0 0,1 0-1 0 0,-20 6 1 0 0,-11 3 9 0 0,26-9-23 0 0,0-1 0 0 0,-44-3 0 0 0,22 0 0 0 0,-17-2 0 0 0,36 1 0 0 0,-36 2 0 0 0,-44 2-2 0 0,60-2 8 0 0,-51 6 1 0 0,79-4 12 0 0,-2 0 30 0 0,-30 8 0 0 0,-53 17-49 0 0,91-24 0 0 0,1-1 0 0 0,0 0 0 0 0,-21 0 0 0 0,11 0 0 0 0,-8-1 0 0 0,-19 4 0 0 0,30-2 0 0 0,-56 10 0 0 0,-110 35 0 0 0,163-41 0 0 0,0 1 0 0 0,1 1 0 0 0,0 0 0 0 0,1 2 0 0 0,0 0 0 0 0,-32 26 0 0 0,35-23 0 0 0,-7 6 0 0 0,-38 28 0 0 0,-3-11 88 0 0,58-34-90 0 0,0 1 0 0 0,0-1 0 0 0,-1-1 1 0 0,1 1-1 0 0,-1-1 0 0 0,0 0 0 0 0,0 0 0 0 0,0 0 0 0 0,0-1 1 0 0,0 0-1 0 0,0 0 0 0 0,-12 0 0 0 0,-1 0 2 0 0,0 1 0 0 0,1 1 0 0 0,-1 1 0 0 0,-34 12 0 0 0,27-8 0 0 0,-43 8 0 0 0,43-12 0 0 0,-1 1 0 0 0,1 1 0 0 0,0 2 0 0 0,0 1 0 0 0,-31 14 0 0 0,-20 12 0 0 0,76-35 0 0 0,0 1 0 0 0,0-1 0 0 0,0 1 0 0 0,0 0 0 0 0,0 0 0 0 0,1-1 0 0 0,-1 1 0 0 0,0 0 0 0 0,0 0 0 0 0,0 0 0 0 0,1 0 0 0 0,-1 0 0 0 0,1 0 0 0 0,-1 0 0 0 0,1 0 0 0 0,-1 0 0 0 0,1 1 0 0 0,-1-1 0 0 0,1 0 0 0 0,0 0 0 0 0,0 0 0 0 0,-1 3 0 0 0,1-2 0 0 0,0-1 0 0 0,0 1 0 0 0,-1 0 0 0 0,0 0 0 0 0,1 0 0 0 0,-1-1 0 0 0,0 1 0 0 0,0 0 0 0 0,1-1 0 0 0,-1 1 0 0 0,-2 2 0 0 0,-1-1 0 0 0,-1 1 0 0 0,1-1 0 0 0,-1 0 0 0 0,1 0 0 0 0,-1-1 0 0 0,0 1 0 0 0,0-1 0 0 0,0 0 0 0 0,-7 1 0 0 0,-52 10 0 0 0,46-10 0 0 0,-6 1 0 0 0,-84 11 0 0 0,77-12 0 0 0,1 1 0 0 0,-1 2 0 0 0,-34 11 0 0 0,-22 19 0 0 0,16-5 0 0 0,49-24 0 0 0,13-4 0 0 0,0 1 0 0 0,0-1 0 0 0,0 1 0 0 0,-9 6 0 0 0,-5 4 0 0 0,-40 17 0 0 0,24-12 0 0 0,17-8 0 0 0,0 1 0 0 0,-1-2 0 0 0,0 0 0 0 0,-28 8 0 0 0,41-15 0 0 0,0 0 0 0 0,-11 7 0 0 0,-7 2 0 0 0,10-5 0 0 0,1 0 0 0 0,0 2 0 0 0,-24 15 0 0 0,22-13 0 0 0,14-9 0 0 0,1 1 0 0 0,-1 0 0 0 0,0 0 0 0 0,1 0 0 0 0,0 0 0 0 0,-5 5 0 0 0,-1 3-27 0 0,-18 14 1 0 0,-36 35-4 0 0,53-49-15 0 0,2 3 45 0 0,8-12 0 0 0,0-1 0 0 0,1 1 0 0 0,-1-1 0 0 0,0 1 0 0 0,0-1 0 0 0,0 0 0 0 0,-1 1 0 0 0,1-1 0 0 0,0 0 0 0 0,-3 2 0 0 0,-21 16 15 0 0,10-9 326 0 0,9-6-418 0 0,-1 0-1 0 0,0 0 0 0 0,0 0 1 0 0,-9 2-1 0 0,4-2 78 0 0,0 0 0 0 0,-1-1 0 0 0,0 0 0 0 0,0-1 0 0 0,-15 0 0 0 0,18-1 0 0 0,0 0 0 0 0,1 1 0 0 0,-12 3 0 0 0,-1 0 0 0 0,-39 3 69 0 0,51-6-90 0 0,-1 0-1 0 0,1 1 1 0 0,-17 6-1 0 0,-1 1-1 0 0,-26 11-41 0 0,30-6 119 0 0,9-5-43 0 0,3-2-35 0 0,-22 18 0 0 0,-6 4 2 0 0,28-22 21 0 0,1 1 0 0 0,-10 9 0 0 0,-10 9 0 0 0,15-16 0 0 0,-9 7 0 0 0,-24 23-64 0 0,15-19 64 0 0,6-5-328 0 0,9-6 372 0 0,-11 6 55 0 0,-6 5-26 0 0,0 2-73 0 0,24-17 0 0 0,0 1 0 0 0,1 0 0 0 0,-12 12 0 0 0,12-11 0 0 0,0 0 0 0 0,0-1 0 0 0,-22 12 0 0 0,-7 6 0 0 0,14-11 0 0 0,20-12 0 0 0,0 0 0 0 0,0 0 0 0 0,1 1 0 0 0,-10 8 0 0 0,-8 3 0 0 0,-55 72-24 0 0,43-43-40 0 0,33-41 57 0 0,0 1 1 0 0,0-1-1 0 0,0 1 1 0 0,1 0-1 0 0,-3 6 1 0 0,-5 11-19 0 0,5-14 9 0 0,0 1 0 0 0,1-1 0 0 0,-5 15 0 0 0,4-12 16 0 0,0-1 0 0 0,0 0 0 0 0,-1 0 0 0 0,-6 9 0 0 0,0 0 0 0 0,-3 4 0 0 0,-2 0 0 0 0,-1-1 0 0 0,0-1 0 0 0,-2 0 0 0 0,-38 31 0 0 0,17-12 0 0 0,25-24 0 0 0,-20 16 0 0 0,24-21 0 0 0,-15 16 0 0 0,17-17 0 0 0,0 0 0 0 0,-16 13 0 0 0,3-2 0 0 0,19-16 0 0 0,-1 0 0 0 0,1-1 0 0 0,-1 0 0 0 0,0 0 0 0 0,0 0 0 0 0,-5 3 0 0 0,4-3 0 0 0,-1 1 0 0 0,1 0 0 0 0,0 0 0 0 0,-10 10 0 0 0,-5 5 0 0 0,8-9 0 0 0,1 1 0 0 0,0 1 0 0 0,1 0 0 0 0,-17 26 0 0 0,-11 21 0 0 0,22-30 0 0 0,13-23 0 0 0,0 0 0 0 0,0 0 0 0 0,-6 8 0 0 0,-14 29 0 0 0,-26 36-64 0 0,43-71 64 0 0,5-7 0 0 0,1 0 0 0 0,-1 1 0 0 0,0-1 0 0 0,1 0 0 0 0,-1 0 0 0 0,0 0 0 0 0,0 0 0 0 0,0 0 0 0 0,0 0 0 0 0,0 0 0 0 0,0 0 0 0 0,-1-1 0 0 0,1 1 0 0 0,0 0 0 0 0,0-1 0 0 0,0 1 0 0 0,-1-1 0 0 0,1 1 0 0 0,-2 0 0 0 0,-2 0-1 0 0,1 1 1 0 0,-1 0-1 0 0,0 1 1 0 0,0-1-1 0 0,1 1 1 0 0,0 0-1 0 0,-7 6 0 0 0,-25 28 59 0 0,3-1-45 0 0,-18 22-15 0 0,43-49 2 0 0,-1 0 0 0 0,-1 0 0 0 0,1-1 0 0 0,-1 0 0 0 0,-22 13 0 0 0,-18 15 0 0 0,14-11 0 0 0,29-21 0 0 0,0 0 0 0 0,0 1 0 0 0,0 0 0 0 0,1 1 0 0 0,-9 8 0 0 0,-6 6 0 0 0,18-17 0 0 0,-1 0 0 0 0,1 0 0 0 0,0 0 0 0 0,0 1 0 0 0,0-1 0 0 0,0 1 0 0 0,0 0 0 0 0,1-1 0 0 0,-3 6 0 0 0,-1 4 0 0 0,-1 0 0 0 0,-10 14 0 0 0,15-26 0 0 0,-25 49-11 0 0,27-49 7 0 0,-1 1-1 0 0,1 0 0 0 0,-1-1 0 0 0,1 1 0 0 0,-1-1 0 0 0,1 1 0 0 0,0-1 1 0 0,0 1-1 0 0,0 0 0 0 0,0 1 0 0 0,0-3 0 0 0,1 2 20 0 0,6-4-142 0 0,-4 1 129 0 0,1 0-10 0 0,-1 0 0 0 0,1-1 1 0 0,-1 1-1 0 0,1-1 0 0 0,-1 0 1 0 0,0 0-1 0 0,1 0 0 0 0,-1 0 1 0 0,5-6-1 0 0,53-62-56 0 0,-42 49 64 0 0,1 2 0 0 0,1 1 0 0 0,0 0 0 0 0,32-19 0 0 0,-45 32 0 0 0,12-7-23 0 0,-15 10 17 0 0,0-1 0 0 0,-1 0 0 0 0,1 0 0 0 0,6-7 0 0 0,23-16 39 0 0,-5 5-21 0 0,-9 3-12 0 0,-10 10 0 0 0,0 0 0 0 0,-1-1 0 0 0,16-19 0 0 0,-7 3 0 0 0,-1 0 0 0 0,-1-1 0 0 0,16-37 0 0 0,-19 37-13 0 0,2 0 0 0 0,0 1 0 0 0,26-33 0 0 0,-6 11 1 0 0,43-60 12 0 0,-64 91 0 0 0,1 0 0 0 0,0 1 0 0 0,1 1 0 0 0,21-15 0 0 0,20-9 0 0 0,-17 12 0 0 0,44-38 0 0 0,-62 45 0 0 0,68-63 0 0 0,-83 75 10 0 0,-9 9 13 0 0,-16 14 8 0 0,-49 44-31 0 0,11-4 0 0 0,-107 61-24 0 0,144-105 24 0 0,0 2 0 0 0,1 1 0 0 0,0 0 0 0 0,2 1 0 0 0,-1 1 0 0 0,2 0 0 0 0,-17 25 0 0 0,-20 33 0 0 0,18-11 0 0 0,10-16 0 0 0,20-40-8 0 0,0 0 0 0 0,0 0 0 0 0,1 0 0 0 0,0 0 0 0 0,-3 16 0 0 0,-2 7-8 0 0,7-29 49 0 0,3-2 127 0 0,1-2-172 0 0,1-2-264 0 0,24-35 216 0 0,16-24 531 0 0,28-39-435 0 0,-69 98-37 0 0,63-78-241 0 0,-56 72 204 0 0,0 1 0 0 0,0-1-1 0 0,1 2 1 0 0,1-1 0 0 0,18-9 0 0 0,-2 5 38 0 0,48-16 0 0 0,13-5 0 0 0,-70 25 0 0 0,-3 2 0 0 0,0 0 0 0 0,-1-2 0 0 0,25-17 0 0 0,-35 22 0 0 0,-1 0 0 0 0,1 0 0 0 0,-1 0 0 0 0,1-1 0 0 0,-1 0 0 0 0,-1 0 0 0 0,1 0 0 0 0,4-10 0 0 0,3-6 0 0 0,-8 16 0 0 0,0 0 0 0 0,0-1 0 0 0,2-8 0 0 0,11-27 0 0 0,-3 12 0 0 0,-12 27 19 0 0,-1 2-19 0 0,0 0 1 0 0,0 0-1 0 0,0 0 1 0 0,0 0-1 0 0,0-1 1 0 0,0 1-1 0 0,0 0 1 0 0,0 0-1 0 0,0 0 1 0 0,0 0-1 0 0,0 0 1 0 0,0 0 0 0 0,0 0-1 0 0,0 0 1 0 0,0 0-1 0 0,0-1 1 0 0,0 1-1 0 0,0 0 1 0 0,0 0-1 0 0,0 0 1 0 0,0 0-1 0 0,0 0 1 0 0,0 0-1 0 0,0 0 1 0 0,0 0-1 0 0,-1 0 1 0 0,1 0-1 0 0,0 0 1 0 0,0 0-1 0 0,0 0 1 0 0,0 0 0 0 0,0 0-1 0 0,0 0 1 0 0,0-1-1 0 0,0 1 1 0 0,0 0-1 0 0,0 0 1 0 0,-1 0-1 0 0,1 0 1 0 0,0 0-1 0 0,0 0 1 0 0,0 0-1 0 0,0 0 1 0 0,0 0-1 0 0,0 0 1 0 0,0 0-1 0 0,0 0 1 0 0,0 1-1 0 0,-1-1 1 0 0,1 0-1 0 0,0 0 1 0 0,0 0 0 0 0,0 0-1 0 0,0 0 1 0 0,0 0-1 0 0,0 0 1 0 0,0 0-1 0 0,0 0 1 0 0,0 0-1 0 0,0 0 1 0 0,0 0-1 0 0,0 0 1 0 0,-1 0-1 0 0,1 0 1 0 0,0 1-1 0 0,-4 0 19 0 0,3-1-8 0 0,-1 0 0 0 0,1 0 0 0 0,-1 1 0 0 0,1-1 0 0 0,0 1 0 0 0,-1-1 0 0 0,1 1 0 0 0,0-1 0 0 0,-1 1 0 0 0,1 0 0 0 0,0 0 0 0 0,0 0 0 0 0,0-1 0 0 0,0 1 1 0 0,0 0-1 0 0,0 0 0 0 0,-1 2 0 0 0,-49 66-162 0 0,42-57 143 0 0,0-1 0 0 0,-1 1 0 0 0,0-2 0 0 0,-1 1 0 0 0,0-2 0 0 0,-1 1 0 0 0,-23 14 0 0 0,22-16 8 0 0,0 0 0 0 0,-13 13 0 0 0,15-12 0 0 0,0-1 0 0 0,0 0 0 0 0,-13 7 0 0 0,-58 33-64 0 0,71-42 64 0 0,1 1 0 0 0,-1 0 0 0 0,1 0 0 0 0,0 1 0 0 0,1 1 0 0 0,0 0 0 0 0,-10 11 0 0 0,-20 21 0 0 0,31-34-5 0 0,1 1 1 0 0,-1 1-1 0 0,2 0 1 0 0,-12 18-1 0 0,-18 43-30 0 0,20-38 29 0 0,-23 48 6 0 0,35-70 0 0 0,3-7 0 0 0,-1 1 0 0 0,0 0 0 0 0,0-1 0 0 0,-4 7 0 0 0,6-11-36 0 0,-2 3-44 0 0,20-18-36 0 0,-14 12 116 0 0,-3 5 0 0 0,-1 1 0 0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13T18:34:45.948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993 5 3223 0 0,'-22'-2'8535'0'0,"20"1"-8425"0"0,1 1 1 0 0,0-1-1 0 0,-1 1 0 0 0,1 0 0 0 0,-1 0 1 0 0,1-1-1 0 0,-1 1 0 0 0,1 0 0 0 0,0 0 1 0 0,-1 0-1 0 0,1 1 0 0 0,-1-1 0 0 0,1 0 1 0 0,-1 1-1 0 0,1-1 0 0 0,0 0 1 0 0,-1 1-1 0 0,1 0 0 0 0,0-1 0 0 0,-1 1 1 0 0,1 0-1 0 0,0 0 0 0 0,0-1 0 0 0,0 1 1 0 0,0 0-1 0 0,-2 2 0 0 0,-8 9 87 0 0,1 1 0 0 0,0 0-1 0 0,1 0 1 0 0,0 1 0 0 0,1 1-1 0 0,1-1 1 0 0,0 1 0 0 0,1 0-1 0 0,0 1 1 0 0,1 0 0 0 0,-3 21-1 0 0,3-20-27 0 0,0 0-1 0 0,-13 26 0 0 0,-2 7-33 0 0,3-5-7 0 0,-3 0 0 0 0,-50 83 0 0 0,61-112-150 0 0,-2-1 0 0 0,1 0 0 0 0,-24 23 0 0 0,20-22 20 0 0,11-11 76 0 0,-1-1 0 0 0,0 1 0 0 0,-7 5 0 0 0,10-10-51 0 0,1 0 0 0 0,-1 1 1 0 0,1-1-1 0 0,-1 0 1 0 0,1 0-1 0 0,-1 0 1 0 0,1 1-1 0 0,-1-1 1 0 0,0 0-1 0 0,1 0 0 0 0,-1 0 1 0 0,0 0-1 0 0,1 0 1 0 0,-1 0-1 0 0,1 0 1 0 0,-1 0-1 0 0,0 0 1 0 0,1 0-1 0 0,-1-1 0 0 0,1 1 1 0 0,-1 0-1 0 0,0 0 1 0 0,1 0-1 0 0,-1-1 1 0 0,1 1-1 0 0,-1 0 1 0 0,1-1-1 0 0,-1 1 1 0 0,1 0-1 0 0,-1-1 0 0 0,1 1 1 0 0,0-1-1 0 0,-1 1 1 0 0,1-1-1 0 0,-1 1 1 0 0,1-1-1 0 0,0 1 1 0 0,0-1-1 0 0,-1 1 0 0 0,1-2 1 0 0,0-2 1 0 0,0-1 0 0 0,1 1 0 0 0,0 0 0 0 0,0 0 0 0 0,0 0 0 0 0,0 0 0 0 0,1 0 0 0 0,-1 0 0 0 0,1 0 0 0 0,0 0 0 0 0,0 0 0 0 0,5-6 0 0 0,4-3-3 0 0,0 1 0 0 0,14-12 0 0 0,-12 12 38 0 0,14-17 0 0 0,39-43 153 0 0,4-5-76 0 0,-30 20 51 0 0,-38 54-159 0 0,0-1-1 0 0,0 1 0 0 0,0-1 1 0 0,-1 1-1 0 0,0-1 0 0 0,1 0 1 0 0,-1-4-1 0 0,4-4 89 0 0,-2 5 12 0 0,-3 7-128 0 0,0 0 1 0 0,0-1-1 0 0,1 1 0 0 0,-1 0 0 0 0,0 0 1 0 0,0 0-1 0 0,0 0 0 0 0,0 0 0 0 0,0 0 1 0 0,0 0-1 0 0,0 0 0 0 0,0 0 0 0 0,0 0 1 0 0,0-1-1 0 0,0 1 0 0 0,0 0 1 0 0,0 0-1 0 0,0 0 0 0 0,0 0 0 0 0,0 0 1 0 0,0 0-1 0 0,0 0 0 0 0,0 0 0 0 0,0 0 1 0 0,0 0-1 0 0,0-1 0 0 0,-1 1 0 0 0,1 0 1 0 0,0 0-1 0 0,0 0 0 0 0,0 0 0 0 0,0 0 1 0 0,0 0-1 0 0,0 0 0 0 0,0 0 1 0 0,0 0-1 0 0,0 0 0 0 0,0 0 0 0 0,0 0 1 0 0,0 0-1 0 0,0 0 0 0 0,0 0 0 0 0,-1 0 1 0 0,1 0-1 0 0,0 0 0 0 0,0-1 0 0 0,0 1 1 0 0,0 0-1 0 0,0 0 0 0 0,0 0 18 0 0,1 10 16 0 0,-4 18-26 0 0,0-1-9 0 0,0 1 1 0 0,-10 34-1 0 0,4-30 0 0 0,-2-2 0 0 0,-28 57 0 0 0,32-76 0 0 0,0 0 0 0 0,-1-1 0 0 0,-15 17 0 0 0,6-8 0 0 0,14-15 32 0 0,-9 10-95 0 0,12-13 72 0 0,-1-1 1 0 0,1 0-1 0 0,0 0 1 0 0,0 0-1 0 0,0 1 1 0 0,0-1-1 0 0,0 0 1 0 0,0 0-1 0 0,0 1 1 0 0,-1-1-1 0 0,1 0 1 0 0,0 0-1 0 0,0 0 1 0 0,0 0-1 0 0,-1 1 1 0 0,1-1-1 0 0,0 0 1 0 0,0 0-1 0 0,0 0 1 0 0,-1 0 0 0 0,1 0-1 0 0,0 0 1 0 0,0 0-1 0 0,-1 0 1 0 0,1 1-1 0 0,0-1 1 0 0,0 0-1 0 0,-1 0 1 0 0,1 0-1 0 0,0 0 1 0 0,0 0-1 0 0,-1 0 1 0 0,1 0-1 0 0,0 0 1 0 0,0-1-1 0 0,-1 1 1 0 0,1 0-1 0 0,0 0 1 0 0,0 0-1 0 0,-1 0 1 0 0,1 0 0 0 0,0 0-1 0 0,0 0 1 0 0,0 0-1 0 0,-1-1 1 0 0,1 1-1 0 0,-7-20 55 0 0,6 17-53 0 0,1 0 1 0 0,-1 1-1 0 0,1-1 0 0 0,0 0 0 0 0,0 0 0 0 0,0 1 0 0 0,1-1 1 0 0,-1 0-1 0 0,1 0 0 0 0,-1 1 0 0 0,1-1 0 0 0,0 0 0 0 0,0 1 1 0 0,0-1-1 0 0,0 1 0 0 0,2-3 0 0 0,3-7 2 0 0,1-4 36 0 0,0 0 0 0 0,13-18 1 0 0,-5 7-17 0 0,-2 6-27 0 0,-5 7 12 0 0,0 0 0 0 0,-1-1 0 0 0,10-29-1 0 0,-14 36 27 0 0,0 1-1 0 0,0 0 0 0 0,8-13 0 0 0,1-1-149 0 0,4-2 106 0 0,-13 21 0 0 0,0-1 0 0 0,-1 0 0 0 0,0 0 0 0 0,0 0 0 0 0,0 0 0 0 0,0-1 0 0 0,0 1 0 0 0,-1-1 0 0 0,2-3 0 0 0,-3 7 3 0 0,1-1-1 0 0,-1 0 1 0 0,0 1-1 0 0,1-1 1 0 0,-1 0 0 0 0,0 1-1 0 0,1-1 1 0 0,-1 1-1 0 0,1-1 1 0 0,-1 1-1 0 0,1-1 1 0 0,0 1-1 0 0,-1-1 1 0 0,1 1 0 0 0,-1 0-1 0 0,1-1 1 0 0,0 1-1 0 0,-1 0 1 0 0,1-1-1 0 0,0 1 1 0 0,-1 0-1 0 0,1 0 1 0 0,0 0 0 0 0,1-1-1 0 0,0 6 9 0 0,-2 6-4 0 0,1-1 1 0 0,-1 1 0 0 0,-1-1-1 0 0,0 1 1 0 0,-1-1 0 0 0,-2 12-1 0 0,-58 181-7 0 0,60-196 0 0 0,0-1 0 0 0,0 1 0 0 0,-1-2 0 0 0,0 1 0 0 0,-3 6 0 0 0,5-8 1 0 0,1-4-1 0 0,0 1 0 0 0,0-1 1 0 0,0 1-1 0 0,0-1 1 0 0,-1 1-1 0 0,1-1 1 0 0,0 0-1 0 0,0 1 0 0 0,0-1 1 0 0,0 1-1 0 0,0-1 1 0 0,-1 1-1 0 0,1-1 0 0 0,0 0 1 0 0,0 1-1 0 0,-1-1 1 0 0,1 0-1 0 0,0 1 1 0 0,-1-1-1 0 0,1 0 0 0 0,0 1 1 0 0,-1-1-1 0 0,1 0 1 0 0,0 0-1 0 0,-1 1 0 0 0,1-1 1 0 0,-1 0-1 0 0,1 0 1 0 0,0 0-1 0 0,-2 1 4 0 0,2-2 3 0 0,0 1-4 0 0,0 0 1 0 0,0 0-1 0 0,0 0 1 0 0,1 0-1 0 0,-1 0 1 0 0,0 0-1 0 0,0 0 1 0 0,0 0-1 0 0,0 0 1 0 0,0 0-1 0 0,0 0 1 0 0,0 0-1 0 0,0 0 1 0 0,0 0-1 0 0,-1 0 0 0 0,1 0 1 0 0,0 0 45 0 0,0-1-46 0 0,0 1 0 0 0,7-5-17 0 0,4-8 31 0 0,0 0-1 0 0,0 0 1 0 0,-1-1 0 0 0,-1-1 0 0 0,13-26-1 0 0,33-76-16 0 0,-46 95 0 0 0,-1-1 0 0 0,7-35 0 0 0,-10 39 0 0 0,-3-3 24 0 0,-2 18-20 0 0,0 1 1 0 0,1 0-1 0 0,-1 0 1 0 0,1 0-1 0 0,-1 0 1 0 0,1 0-1 0 0,0 0 1 0 0,1-3-1 0 0,-2 6-1 0 0,0-1 0 0 0,0 1-1 0 0,0 0 1 0 0,1 0 0 0 0,-1-1 0 0 0,0 1 0 0 0,0 0-1 0 0,0 0 1 0 0,0-1 0 0 0,0 1 0 0 0,0 0-1 0 0,0 0 1 0 0,0-1 0 0 0,0 1 0 0 0,0 0 0 0 0,0 0-1 0 0,-1-1 1 0 0,1 1 0 0 0,0 0 0 0 0,0 0-1 0 0,0 0 1 0 0,0-1 0 0 0,0 1 0 0 0,0 0-1 0 0,0 0 1 0 0,-1 0 0 0 0,1-1 0 0 0,0 1 0 0 0,0 0-1 0 0,0 0 1 0 0,-1 0 0 0 0,1 0 0 0 0,0-1-1 0 0,0 1 1 0 0,0 0 0 0 0,-1 0 0 0 0,1 0 0 0 0,0 0-1 0 0,0 0 1 0 0,0 0 0 0 0,-1 0 0 0 0,1 0-1 0 0,0 0 1 0 0,0 0 0 0 0,-1 0 0 0 0,1 0 0 0 0,0 0-1 0 0,0 0 1 0 0,-1 0 53 0 0,-3 3-3 0 0,-3 3-42 0 0,0 0 0 0 0,0 0-1 0 0,1 1 1 0 0,0 0 0 0 0,1 0-1 0 0,-7 10 1 0 0,-16 36-11 0 0,7-17 66 0 0,13-23-45 0 0,0 1-1 0 0,-6 17 1 0 0,10-23-21 0 0,0-1 0 0 0,0 1 0 0 0,-1-1 0 0 0,-8 10 0 0 0,-7 12 0 0 0,1-9-4 0 0,3-4 72 0 0,2 0-73 0 0,0-1-1 0 0,-29 24 1 0 0,26-21 5 0 0,15-15 0 0 0,-1 0 0 0 0,1 0 0 0 0,-1-1 0 0 0,0 1 0 0 0,1-1 0 0 0,-7 4 0 0 0,-56 34 0 0 0,57-34 0 0 0,-7 2 0 0 0,5-4 27 0 0,1 1 0 0 0,1 0 0 0 0,-17 12 0 0 0,22-15-7 0 0,-7 5-20 0 0,1 1 0 0 0,0 0 0 0 0,1 1 0 0 0,0 0 0 0 0,0 0 0 0 0,1 1 0 0 0,-8 13 0 0 0,10-12 0 0 0,-1 1 0 0 0,-5 21 0 0 0,1-3 0 0 0,-16 39 0 0 0,-1 11 0 0 0,6 1 0 0 0,17-66 25 0 0,-1 1 0 0 0,-13 26 0 0 0,14-38-7 0 0,3-4-17 0 0,1 1 1 0 0,-1-1-1 0 0,0 1 0 0 0,1-1 0 0 0,-1 1 1 0 0,1-1-1 0 0,-1 1 0 0 0,1 0 1 0 0,-1-1-1 0 0,1 1 0 0 0,-1 0 1 0 0,1-1-1 0 0,0 1 0 0 0,-1 0 0 0 0,1 0 1 0 0,0-1-1 0 0,0 1 0 0 0,-1 0 1 0 0,1 0-1 0 0,0 0 0 0 0,0-1 1 0 0,0 1-1 0 0,0 0 0 0 0,0 0 1 0 0,0 0-1 0 0,0 1 0 0 0,0-2 1 0 0,7-6 80 0 0,70-119 339 0 0,-72 116-438 0 0,53-104 96 0 0,-36 67-20 0 0,2 2 0 0 0,39-56 0 0 0,-4 24 5 0 0,-58 76-52 0 0,-1-1-1 0 0,0 1 1 0 0,1-1 0 0 0,-1 0-1 0 0,0 1 1 0 0,0-1 0 0 0,1 1-1 0 0,-1-1 1 0 0,0 0 0 0 0,0 1-1 0 0,0-1 1 0 0,0 0 0 0 0,0 1-1 0 0,0-2 1 0 0,-4 2 112 0 0,-8 9-58 0 0,-11 17-62 0 0,1 0-1 0 0,-27 42 0 0 0,27-36-2 0 0,-2 6 38 0 0,-27 55-1 0 0,-22 75 29 0 0,69-147-139 0 0,4-21 74 0 0,0 2 21 0 0,5-10-112 0 0,58-182 194 0 0,-27 74-18 0 0,-26 88-122 0 0,17-29 0 0 0,-15 34 37 0 0,-2 0 0 0 0,9-28 0 0 0,-19 50-1 0 0,1 0-1 0 0,-1 1 0 0 0,0-1 1 0 0,1 0-1 0 0,-1 1 1 0 0,0-1-1 0 0,0 0 0 0 0,0 0 1 0 0,0 1-1 0 0,0-1 1 0 0,0 0-1 0 0,0 1 1 0 0,0-1-1 0 0,0 0 0 0 0,0 0 1 0 0,0 1-1 0 0,0-1 1 0 0,0 0-1 0 0,-1 1 0 0 0,1-1 1 0 0,0 0-1 0 0,-1 1 1 0 0,1-1-1 0 0,0 0 1 0 0,-1 1-1 0 0,1-1 0 0 0,-1 0 1 0 0,0 1 5 0 0,0-1 0 0 0,0 1 0 0 0,0 0-1 0 0,0 0 1 0 0,0 0 0 0 0,-1-1 0 0 0,1 1 0 0 0,0 0 0 0 0,0 1 0 0 0,0-1 0 0 0,0 0 0 0 0,0 0 0 0 0,0 0 0 0 0,0 1-1 0 0,0-1 1 0 0,0 0 0 0 0,0 1 0 0 0,-1 0 0 0 0,-3 1 7 0 0,0 1 1 0 0,0 0-1 0 0,1 0 0 0 0,-1 0 0 0 0,1 1 0 0 0,0 0 1 0 0,0 0-1 0 0,0 0 0 0 0,0 0 0 0 0,1 0 1 0 0,-1 1-1 0 0,-3 7 0 0 0,-4 8-120 0 0,-15 37 1 0 0,20-43 98 0 0,-45 133-3 0 0,31-85 11 0 0,7-23 0 0 0,-35 93 0 0 0,4-32 0 0 0,39-85 0 0 0,-1-2 0 0 0,0 1 0 0 0,-1-1 0 0 0,-1 0 0 0 0,0 0 0 0 0,0-1 0 0 0,-21 22 0 0 0,13-16 0 0 0,-16 21 0 0 0,6-5 0 0 0,21-28 0 0 0,1 0 0 0 0,0 0 0 0 0,0 0 0 0 0,0 1 0 0 0,1-1 0 0 0,-3 8 0 0 0,-4-3 0 0 0,6-8 0 0 0,6-6 0 0 0,90-96 0 0 0,-70 76-16 0 0,-1-2 0 0 0,-2-1 0 0 0,33-53 0 0 0,-45 68 79 0 0,0 1 0 0 0,14-15 1 0 0,6-6 189 0 0,-11 9-256 0 0,-1 2-69 0 0,22-37 0 0 0,-10 13 46 0 0,-16 25 3 0 0,14-28 0 0 0,-22 42 23 0 0,-3 5 0 0 0,0-1 0 0 0,1 1 0 0 0,-1 0 0 0 0,0-1 0 0 0,0 1 0 0 0,1 0 0 0 0,-1-1 0 0 0,0 1 0 0 0,0 0 0 0 0,0-1 0 0 0,0 1 0 0 0,0-1 0 0 0,0 1 0 0 0,0 0 0 0 0,0-1 0 0 0,0 1 0 0 0,0 0 0 0 0,0-1 0 0 0,0 1 0 0 0,0-1 0 0 0,0 1 0 0 0,0 0 0 0 0,0-2 0 0 0,0 1 0 0 0,-4 6 0 0 0,-57 122 53 0 0,2 8-42 0 0,0 4-11 0 0,51-118 0 0 0,5-14 0 0 0,0 0 0 0 0,0 1 0 0 0,1-1 0 0 0,0 1 0 0 0,0 0 0 0 0,1 0 0 0 0,0 8 0 0 0,0-6-44 0 0,1-9 33 0 0,-1 0 0 0 0,1 0 0 0 0,0-1 0 0 0,0 1-1 0 0,0 0 1 0 0,0 0 0 0 0,0-1 0 0 0,0 1 0 0 0,0 0 0 0 0,0 0-1 0 0,1-1 1 0 0,-1 1 0 0 0,0 0 0 0 0,1 0 0 0 0,-1 0 7 0 0,1 0 0 0 0,0-1 0 0 0,-1 0 0 0 0,1 1 0 0 0,0-1-1 0 0,0 1 1 0 0,0-1 0 0 0,-1 0 0 0 0,1 0 0 0 0,0 1 0 0 0,0-1 0 0 0,0 0 0 0 0,-1 0 0 0 0,1 0 0 0 0,0 0 0 0 0,0 0 0 0 0,0 0 0 0 0,1 0 0 0 0,1-4 57 0 0,-1 2-44 0 0,2-3 4 0 0,1 0 0 0 0,-1 0 1 0 0,0-1-1 0 0,0 0 0 0 0,5-10 0 0 0,32-64 86 0 0,1-3-35 0 0,-7 15-64 0 0,-14 28 0 0 0,4-24 0 0 0,-6 13 0 0 0,5-17 0 0 0,-21 55 0 0 0,-4 9 0 0 0,-6 10 0 0 0,3 2 0 0 0,-36 56 0 0 0,-21 47 0 0 0,21-41 0 0 0,23-36 0 0 0,10-18 0 0 0,-13 20 0 0 0,14-24 77 0 0,6-11-59 0 0,-1 1 1 0 0,0 0-1 0 0,1-1 0 0 0,-1 1 0 0 0,0-1 0 0 0,0 1 0 0 0,0-1 0 0 0,0 0 0 0 0,0 1 0 0 0,0-1 0 0 0,-1 0 0 0 0,-1 2 0 0 0,-11 9 57 0 0,11-9-125 0 0,0 3-391 0 0,2-4 348 0 0,-1 0-55 0 0,0 1-1 0 0,1 0 1 0 0,-1-1 0 0 0,1 1 0 0 0,0 0-1 0 0,0 0 1 0 0,0 0 0 0 0,0 0 0 0 0,1-1-1 0 0,-1 5 1 0 0,-1 2-713 0 0,-5 0-10 0 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13T18:35:18.14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52 1237 7887 0 0,'-2'0'246'0'0,"1"1"0"0"0,-1 0 0 0 0,0-1 0 0 0,1 1-1 0 0,-1-1 1 0 0,0 1 0 0 0,0-1 0 0 0,1 0 0 0 0,-1 0 0 0 0,0 0-1 0 0,0 0 1 0 0,0 0 0 0 0,1 0 0 0 0,-1 0 0 0 0,0-1-1 0 0,0 1 1 0 0,0-1 0 0 0,1 1 0 0 0,-1-1 0 0 0,0 0 0 0 0,1 1-1 0 0,-1-1 1 0 0,1 0 0 0 0,-1 0 0 0 0,1 0 0 0 0,-1 0-1 0 0,1-1 1 0 0,0 1 0 0 0,-2-2 0 0 0,5 0-66 0 0,1 0 1 0 0,0 1 0 0 0,0-1-1 0 0,0 1 1 0 0,5-4-1 0 0,2-1-166 0 0,3-5 19 0 0,-1-1-1 0 0,0 0 0 0 0,17-27 1 0 0,-25 35 28 0 0,47-61 790 0 0,-22 29-104 0 0,26-43 0 0 0,-10 1-9 0 0,-16 26-121 0 0,67-91 0 0 0,-64 106-549 0 0,34-46 60 0 0,-50 59-128 0 0,-16 25 0 0 0,0 0 1 0 0,0-1-1 0 0,0 1 0 0 0,0 0 0 0 0,0 0 0 0 0,0 0 1 0 0,0 0-1 0 0,0 0 0 0 0,0 0 0 0 0,0 0 0 0 0,0 0 1 0 0,0 0-1 0 0,0 0 0 0 0,0-1 0 0 0,0 1 0 0 0,0 0 1 0 0,0 0-1 0 0,1 0 0 0 0,-1 0 0 0 0,0 0 0 0 0,0 0 1 0 0,0 0-1 0 0,0 0 0 0 0,0 0 0 0 0,0 0 0 0 0,0 0 1 0 0,0 0-1 0 0,0 0 0 0 0,1 0 0 0 0,-1 0 0 0 0,0 0 1 0 0,0 0-1 0 0,0 0 0 0 0,0 0 0 0 0,0 0 0 0 0,0 0 1 0 0,0 0-1 0 0,0 0 0 0 0,0 0 0 0 0,1 0 1 0 0,-1 0-1 0 0,0 0 0 0 0,0 0 0 0 0,0 0 0 0 0,0 0 1 0 0,0 0-1 0 0,0 0 0 0 0,0 0 0 0 0,2 7 22 0 0,-1 7 10 0 0,-3 8 23 0 0,-1 1 0 0 0,-2-2 1 0 0,0 1-1 0 0,-1 0 0 0 0,-11 25 0 0 0,-82 170 174 0 0,71-167-92 0 0,-1-1-1 0 0,-42 53 0 0 0,-2-19 239 0 0,27-33-162 0 0,42-45-203 0 0,2-3-1 0 0,1 0 0 0 0,-1 1 0 0 0,0-1 0 0 0,0-1 0 0 0,1 1 0 0 0,-1 0 0 0 0,0 0-1 0 0,0-1 1 0 0,-1 1 0 0 0,1-1 0 0 0,0 1 0 0 0,-1-1 0 0 0,1 0 0 0 0,0 0 0 0 0,-6 1-1 0 0,8-2-2 0 0,-1 0 1 0 0,1 0-1 0 0,-1-1 0 0 0,1 1 0 0 0,-1 0 0 0 0,1 0 0 0 0,0-1 0 0 0,-1 1 0 0 0,1 0 0 0 0,0 0 0 0 0,-1-1 0 0 0,1 1 0 0 0,0 0 0 0 0,-1-1 0 0 0,1 1 0 0 0,0-1 0 0 0,-1 1 0 0 0,1-1 0 0 0,0 1 0 0 0,0 0 0 0 0,0-1 0 0 0,-1 1 0 0 0,1-1 0 0 0,0 1 0 0 0,0-1 0 0 0,0 1 0 0 0,0-1 0 0 0,0 1 0 0 0,0-1 0 0 0,0 0 0 0 0,0-16 114 0 0,2 7-84 0 0,0 0-1 0 0,1-1 1 0 0,0 1-1 0 0,0 0 1 0 0,1 1 0 0 0,7-13-1 0 0,36-54 69 0 0,-28 47-105 0 0,273-431 129 0 0,-253 394-92 0 0,52-117 0 0 0,-55 86 27 0 0,7-17 42 0 0,-28 82-19 0 0,-10 19-11 0 0,0 1 1 0 0,2 0-1 0 0,7-12 0 0 0,-35 108 322 0 0,-11 28-277 0 0,5-13-116 0 0,-57 138 0 0 0,1-30-4 0 0,24-58 0 0 0,41-110 31 0 0,-46 72-1 0 0,45-81 101 0 0,12-15-36 0 0,6-13-70 0 0,0 1 0 0 0,0-1 1 0 0,-1 1-1 0 0,1-1 0 0 0,-1 0 1 0 0,-1 3-1 0 0,24-29 43 0 0,-1-1 0 0 0,-1-1 0 0 0,27-49 0 0 0,-17 17-77 0 0,40-118 1 0 0,-36 85-39 0 0,38-63 47 0 0,-7 16 0 0 0,-30 49-5 0 0,-18 43 28 0 0,2 1 0 0 0,42-76 0 0 0,-91 170-23 0 0,-35 78 0 0 0,-104 243 224 0 0,114-246-162 0 0,-1 3 292 0 0,53-120-290 0 0,17-29 14 0 0,-1-1-1 0 0,15-41 1 0 0,-10 23-39 0 0,-7 19-39 0 0,45-101 0 0 0,-47 106 0 0 0,7-25 0 0 0,-10 26 0 0 0,0 1 0 0 0,12-22 0 0 0,65-99 0 0 0,-52 86 64 0 0,-29 50-64 0 0,-1-1 0 0 0,1 0 0 0 0,-1 0 0 0 0,1 0 0 0 0,0 1 0 0 0,0-1 0 0 0,-1 1 0 0 0,1-1 0 0 0,0 0 0 0 0,0 1 0 0 0,0-1 0 0 0,1 0 0 0 0,-2 1 0 0 0,0 0 0 0 0,0 0 0 0 0,0 0 0 0 0,0 0 0 0 0,0 0 0 0 0,1 0 0 0 0,-1-1 0 0 0,0 1 0 0 0,0 0 0 0 0,0 0 0 0 0,0 0 0 0 0,1 0 0 0 0,-1 0 0 0 0,0 0 0 0 0,0 0 0 0 0,0 0 0 0 0,1 0 0 0 0,-1 0 0 0 0,0 0 0 0 0,0 0 0 0 0,0 0 0 0 0,1 0 0 0 0,-1 0 0 0 0,0 0 0 0 0,0 0 0 0 0,0 0 0 0 0,0 0 0 0 0,1 0 0 0 0,-1 0 0 0 0,0 0 0 0 0,0 0 0 0 0,0 1 0 0 0,0-1 0 0 0,1 0 0 0 0,-1 0 0 0 0,0 0 0 0 0,0 0 0 0 0,0 0 0 0 0,0 0 0 0 0,0 1 0 0 0,1-1 0 0 0,-2 8 0 0 0,-1 0 0 0 0,1-1 0 0 0,-1 1 0 0 0,-5 12 0 0 0,1-2 0 0 0,-97 259 128 0 0,25-73-48 0 0,59-140 69 0 0,11-37-8 0 0,-17 44 1 0 0,17-57-142 0 0,4-12 0 0 0,5-10 0 0 0,27-100-24 0 0,19-62-24 0 0,22 17 328 0 0,-35 83-192 0 0,33-69-24 0 0,-48 111-131 0 0,-29 78 1 0 0,-54 135 55 0 0,25-56 11 0 0,21-66 0 0 0,12-42 0 0 0,-16 65 0 0 0,40-131 192 0 0,10-50-197 0 0,73-169-1 0 0,-78 214-47 0 0,51-93-75 0 0,-59 117 57 0 0,-8 13 41 0 0,1 0 0 0 0,0 0-1 0 0,20-21 1 0 0,-25 32 137 0 0,-5 7-44 0 0,-4 8-49 0 0,-38 70-14 0 0,-78 122 0 0 0,100-167 22 0 0,-1-1 63 0 0,-30 72 0 0 0,40-82-85 0 0,23-41 64 0 0,121-325-141 0 0,-118 310 74 0 0,1 0 0 0 0,1 1 1 0 0,37-51-1 0 0,-51 77 3 0 0,1-1 0 0 0,0 1 0 0 0,-1 0 0 0 0,1 0 0 0 0,0 1 0 0 0,0-1 0 0 0,0 0 0 0 0,0 1 0 0 0,1-1 0 0 0,-1 1 0 0 0,0 0 0 0 0,1-1 0 0 0,-1 1 0 0 0,5-1 0 0 0,-6 2 0 0 0,-1 0-1 0 0,1 0 1 0 0,-1 0-1 0 0,0 0 1 0 0,1 0-1 0 0,-1 0 1 0 0,0 0-1 0 0,1 1 0 0 0,-1-1 1 0 0,1 0-1 0 0,-1 0 1 0 0,0 0-1 0 0,0 0 1 0 0,1 1-1 0 0,-1-1 1 0 0,0 0-1 0 0,1 0 1 0 0,-1 1-1 0 0,0-1 1 0 0,0 0-1 0 0,1 0 1 0 0,-1 1-1 0 0,0-1 1 0 0,0 0-1 0 0,0 1 1 0 0,1-1-1 0 0,-1 0 1 0 0,0 1-1 0 0,1 14-33 0 0,-6 13-33 0 0,5-27 66 0 0,-11 35-13 0 0,-2 0-1 0 0,-1-1 1 0 0,-2 0 0 0 0,-1-1 0 0 0,-35 51-1 0 0,34-56 51 0 0,1 0 0 0 0,1 1 0 0 0,1 1-1 0 0,-13 42 1 0 0,27-62-36 0 0,2-8 0 0 0,3-6 0 0 0,0-13 0 0 0,2-2 3 0 0,31-78 66 0 0,-30 80-58 0 0,1 0 1 0 0,1 0-1 0 0,1 1 0 0 0,11-14 0 0 0,-16 22-12 0 0,28-30-25 0 0,-30 34 22 0 0,0 1 0 0 0,0-1 0 0 0,0 1 0 0 0,0-1 0 0 0,1 1 0 0 0,-1 0 0 0 0,1 0 0 0 0,0 0 0 0 0,6-1 0 0 0,-10 3-5 0 0,0-1 0 0 0,0 1 0 0 0,0 0 0 0 0,1 0 0 0 0,-1 0 0 0 0,0 0-1 0 0,0 0 1 0 0,1 0 0 0 0,-1 0 0 0 0,0 0 0 0 0,0 0 0 0 0,0 0 0 0 0,1 0 0 0 0,-1 0-1 0 0,0 0 1 0 0,0 1 0 0 0,0-1 0 0 0,1 0 0 0 0,-1 0 0 0 0,0 0 0 0 0,0 0-1 0 0,0 0 1 0 0,0 0 0 0 0,1 0 0 0 0,-1 0 0 0 0,0 1 0 0 0,0-1 0 0 0,0 0 0 0 0,0 0-1 0 0,0 0 1 0 0,1 0 0 0 0,-1 1 0 0 0,0-1 0 0 0,0 0 0 0 0,0 0 0 0 0,0 0 0 0 0,0 1-1 0 0,0-1 1 0 0,0 12-93 0 0,-7 11 136 0 0,-4 1 199 0 0,0 1-200 0 0,0-1-1 0 0,-22 31 1 0 0,29-50-33 0 0,1 0 0 0 0,-1 0 0 0 0,1 1 0 0 0,0-1 0 0 0,0 1 0 0 0,1 0 0 0 0,-1 0 0 0 0,-1 10 0 0 0,3-14 5 0 0,1-2-9 0 0,12-19 135 0 0,-1 2-117 0 0,1 0-2 0 0,-2 1 1 0 0,0-2-1 0 0,-1 1 1 0 0,11-28-1 0 0,-3-4-12 0 0,46-90 0 0 0,-62 136 0 0 0,1 0 0 0 0,-1 1 0 0 0,1-1 0 0 0,0 1 0 0 0,0-1 0 0 0,1 1 0 0 0,-1-1 0 0 0,3-1 0 0 0,-4 3 0 0 0,0 1 0 0 0,0-1 0 0 0,0 0 0 0 0,0 1 0 0 0,0-1 0 0 0,0 1 0 0 0,0-1 0 0 0,0 1 0 0 0,0-1 0 0 0,0 1 0 0 0,0 0 0 0 0,1-1 0 0 0,-1 1 0 0 0,0 0 0 0 0,0 0 0 0 0,0 0 0 0 0,1 0 0 0 0,-1 0 0 0 0,0 0 0 0 0,0 1 0 0 0,0-1 0 0 0,0 0 0 0 0,1 0 0 0 0,0 2 0 0 0,-1 1 0 0 0,-1 0 0 0 0,0 0 0 0 0,-1 0 0 0 0,1 0 0 0 0,-1 0 0 0 0,1 0 0 0 0,-1 0 0 0 0,-1 5 0 0 0,1-6 0 0 0,-6 20-11 0 0,0-1 0 0 0,-2 0-1 0 0,0 0 1 0 0,-2-1 0 0 0,0 0 0 0 0,-19 25-1 0 0,-2-4-19 0 0,-62 62 0 0 0,84-91 78 0 0,8-10-33 0 0,1 1 0 0 0,-1-1 0 0 0,0 0-1 0 0,0 0 1 0 0,0 0 0 0 0,-5 4 0 0 0,7-6-13 0 0,0 0 0 0 0,0 0 1 0 0,0 0-1 0 0,0 0 0 0 0,0 0 1 0 0,0 0-1 0 0,-1 0 0 0 0,1 0 1 0 0,0 0-1 0 0,0 0 0 0 0,0 0 1 0 0,0 0-1 0 0,0 0 0 0 0,0 0 0 0 0,0 0 1 0 0,0 0-1 0 0,0 0 0 0 0,0 0 1 0 0,0 0-1 0 0,0 0 0 0 0,0 0 1 0 0,0 0-1 0 0,0 0 0 0 0,0 0 1 0 0,0 0-1 0 0,0 0 0 0 0,0 0 0 0 0,-1 0 1 0 0,1 0-1 0 0,0 0 0 0 0,0 0 1 0 0,0 0-1 0 0,0 0 0 0 0,0 0 1 0 0,0 0-1 0 0,0 0 0 0 0,0 0 1 0 0,0 0-1 0 0,0 0 0 0 0,0 0 1 0 0,0 0-1 0 0,0 0 0 0 0,0 0 0 0 0,0-1 1 0 0,0 1-1 0 0,0 0 0 0 0,0 0 1 0 0,0 0-1 0 0,0 0 0 0 0,0 0 1 0 0,0 0-1 0 0,0 0 0 0 0,0 0 1 0 0,0 0-1 0 0,0 0 0 0 0,0 0 1 0 0,0 0-1 0 0,0 0 0 0 0,0 0 0 0 0,0 0 1 0 0,0 0-1 0 0,0 0 0 0 0,0 0 1 0 0,0 0-1 0 0,0-1 0 0 0,2-12 46 0 0,0 2-47 0 0,1 0 0 0 0,0 0 0 0 0,1 1 0 0 0,7-15 0 0 0,27-46 0 0 0,-17 35 0 0 0,-9 13 0 0 0,9-18 0 0 0,3 0 0 0 0,51-68 0 0 0,-69 99 0 0 0,-5 9 0 0 0,-1 0 0 0 0,1-1 0 0 0,0 1 0 0 0,0 0 0 0 0,-1 0 0 0 0,1-1 0 0 0,0 1 0 0 0,0 0 0 0 0,0 0 0 0 0,0 0 0 0 0,0 0 0 0 0,1 0 0 0 0,-1 0 0 0 0,0 1 0 0 0,2-2 0 0 0,-3 2-1 0 0,1 1 0 0 0,-1-1 0 0 0,0 0 0 0 0,0 1 0 0 0,1-1 0 0 0,-1 0 0 0 0,0 1 0 0 0,0-1 0 0 0,1 1 0 0 0,-1-1 0 0 0,0 0 0 0 0,0 1 0 0 0,0-1 0 0 0,0 1 0 0 0,0-1 0 0 0,0 0 0 0 0,0 1 0 0 0,0-1 0 0 0,0 1 0 0 0,0-1 0 0 0,0 1 0 0 0,0-1 0 0 0,0 1 0 0 0,0-1 0 0 0,0 0 0 0 0,0 1 0 0 0,-3 16-34 0 0,3-14 33 0 0,-2 9 2 0 0,-1 0 0 0 0,-1 0 0 0 0,0 0 0 0 0,-9 18 0 0 0,-27 44-12 0 0,26-51 1 0 0,4-8-15 0 0,0 0 0 0 0,-18 19-1 0 0,-12 16 44 0 0,40-50-16 0 0,0 0 0 0 0,0 0 0 0 0,0 0 0 0 0,0 0 0 0 0,0 0 0 0 0,0 0 0 0 0,0 1 0 0 0,0-1 0 0 0,0 0-1 0 0,0 0 1 0 0,0 0 0 0 0,0 0 0 0 0,0 0 0 0 0,0 0 0 0 0,0 0 0 0 0,0 1 0 0 0,0-1 0 0 0,0 0 0 0 0,0 0 0 0 0,0 0 0 0 0,0 0 0 0 0,0 0 0 0 0,-1 0 0 0 0,1 0 0 0 0,0 0 0 0 0,0 0 0 0 0,0 0 0 0 0,0 1 0 0 0,0-1 0 0 0,0 0 0 0 0,0 0 0 0 0,0 0 0 0 0,-1 0 0 0 0,1 0 0 0 0,0 0 0 0 0,0 0 0 0 0,0 0 0 0 0,0 0 0 0 0,0 0 0 0 0,0 0 0 0 0,0 0 0 0 0,-1 0 0 0 0,1 0 0 0 0,0 0 0 0 0,0 0-1 0 0,0 0 1 0 0,0 0 0 0 0,0 0 0 0 0,0 0 0 0 0,0 0 0 0 0,-1 0 0 0 0,1 0 0 0 0,0 0 0 0 0,0 0 0 0 0,0 0 0 0 0,0-1 0 0 0,0 1 0 0 0,0 0 0 0 0,-1-6 31 0 0,1 4 8 0 0,1-7-22 0 0,-1 1 0 0 0,2-1 0 0 0,-1 0 0 0 0,1 1 0 0 0,0-1-1 0 0,1 1 1 0 0,3-8 0 0 0,31-56 18 0 0,-8 16-27 0 0,37-70-9 0 0,-59 120 0 0 0,-6 7 0 0 0,-4 4 0 0 0,-1 2-17 0 0,1-1 1 0 0,1 1-1 0 0,-1-1 0 0 0,-2 11 1 0 0,-1 2-33 0 0,-40 95 37 0 0,43-109 25 0 0,1 0 0 0 0,-1 0-1 0 0,-1 0 1 0 0,1 0 0 0 0,-1-1 0 0 0,-6 7-1 0 0,10-12-87 0 0,-2 0 63 0 0,2-6 82 0 0,0 3-60 0 0,3-18 49 0 0,8-34 0 0 0,6 7-43 0 0,3 2-1 0 0,2 0 1 0 0,33-52 0 0 0,-51 93-15 0 0,-4 5-1 0 0,1 0 0 0 0,0 0 0 0 0,-1-1 0 0 0,1 1 0 0 0,0 0 0 0 0,0 0 0 0 0,0 0 0 0 0,0 0 0 0 0,0 1 0 0 0,0-1 0 0 0,0 0 0 0 0,0 0 0 0 0,0 0 0 0 0,0 1 0 0 0,1-1 0 0 0,-1 1 0 0 0,0-1 0 0 0,0 1 0 0 0,1-1 0 0 0,-1 1 0 0 0,0 0 0 0 0,2-1 0 0 0,-2 2-3 0 0,-1-1 0 0 0,1 0 0 0 0,-1 1 0 0 0,0-1 0 0 0,1 0 0 0 0,-1 1 0 0 0,0-1 0 0 0,0 0 0 0 0,1 1 0 0 0,-1-1 0 0 0,0 1 1 0 0,0-1-1 0 0,0 1 0 0 0,1-1 0 0 0,-1 0 0 0 0,0 1 0 0 0,0-1 0 0 0,0 1 0 0 0,0-1 0 0 0,0 1 0 0 0,0-1 0 0 0,0 1 0 0 0,0-1 0 0 0,0 1 0 0 0,0-1 0 0 0,0 2 0 0 0,-6 24-33 0 0,-1 0 0 0 0,0 0 0 0 0,-13 25 0 0 0,2-17 36 0 0,14-28 0 0 0,0 0 0 0 0,1 0 0 0 0,0 1 0 0 0,0-1 0 0 0,-2 8 0 0 0,3-9 0 0 0,2-5 0 0 0,10-14 0 0 0,33-44 54 0 0,37-47 20 0 0,-73 96-74 0 0,-5 7 0 0 0,-1 1 0 0 0,0-1 0 0 0,1 0 0 0 0,-1 0 0 0 0,1 1 0 0 0,-1-1 0 0 0,1 1 0 0 0,0-1 0 0 0,-1 1 0 0 0,1 0 0 0 0,0 0 0 0 0,0 0 0 0 0,0 0 0 0 0,0 0 0 0 0,0 0 0 0 0,4-1 0 0 0,-12 13-53 0 0,-40 102-22 0 0,30-85 75 0 0,15-28 13 0 0,0 2-41 0 0,2-10 195 0 0,3-8-139 0 0,0 1 0 0 0,1 0 0 0 0,8-17 0 0 0,3-7-28 0 0,-12 31 0 0 0,-3 6 0 0 0,-1 1 0 0 0,1-1 0 0 0,-1 1 0 0 0,1-1 0 0 0,0 1 0 0 0,0 0 0 0 0,0-1 0 0 0,0 1 0 0 0,0 0 0 0 0,2-2 0 0 0,-10 7-18 0 0,0 0 0 0 0,0 0 0 0 0,1 1-1 0 0,0 0 1 0 0,0 0 0 0 0,0 1 0 0 0,-7 10 0 0 0,-33 50-78 0 0,23-31-79 0 0,-67 107-465 0 0,46-73 376 0 0,41-63 247 0 0,1 0-1 0 0,-1 1 1 0 0,1-1-1 0 0,0 1 1 0 0,0-1-1 0 0,1 1 1 0 0,0 0-1 0 0,0-1 1 0 0,0 1 0 0 0,1 8-1 0 0,1-3 18 0 0,12-17 13 0 0,1-1 0 0 0,-1-1-1 0 0,-1 0 1 0 0,22-17 0 0 0,-9 6 49 0 0,-15 12-53 0 0,0-1 0 0 0,-1 0 1 0 0,0-1-1 0 0,0 0 0 0 0,8-11 0 0 0,-14 15-7 0 0,0 1 0 0 0,0-1 0 0 0,0 1 0 0 0,0 0-1 0 0,6-4 1 0 0,-8 9-2 0 0,-7 13 0 0 0,-1-2 5 0 0,1-2 5 0 0,0 0 0 0 0,0-1 0 0 0,-1 0-1 0 0,0 0 1 0 0,-12 13 0 0 0,7-10-12 0 0,11-11 3 0 0,-1 1 1 0 0,0-1-1 0 0,0 0 0 0 0,0 0 0 0 0,0 0 1 0 0,0 0-1 0 0,0 0 0 0 0,-1-1 0 0 0,-3 3 1 0 0,5-4 3 0 0,0 0-1 0 0,0 0 1 0 0,1 0 0 0 0,-1 0 0 0 0,0 0-1 0 0,0 0 1 0 0,0 0 0 0 0,1 0 0 0 0,-1 0 0 0 0,0 0-1 0 0,0-1 1 0 0,1 1 0 0 0,-1 0 0 0 0,0-1-1 0 0,0 1 1 0 0,1 0 0 0 0,-1-1 0 0 0,0 1 0 0 0,1-1-1 0 0,-1 1 1 0 0,1-1 0 0 0,-1 1 0 0 0,0-1-1 0 0,-9-13 95 0 0,10 11-95 0 0,0 1 0 0 0,0-1 0 0 0,0 1 0 0 0,0 0 0 0 0,1-1 0 0 0,0 1 0 0 0,-1 0 0 0 0,1-1 0 0 0,2-2 0 0 0,-1 0 9 0 0,-1-5 73 0 0,-1 10-54 0 0,-9 11-43 0 0,8-9 8 0 0,0-1 1 0 0,0 1-1 0 0,-1 0 1 0 0,1-1 0 0 0,0 1-1 0 0,-1-1 1 0 0,1 1-1 0 0,-1-1 1 0 0,0 0-1 0 0,1 0 1 0 0,-1 0 0 0 0,-2 2-1 0 0,10-4 51 0 0,-4 1-38 0 0,-1 0 0 0 0,1 0 0 0 0,-1 0 0 0 0,1 0 0 0 0,-1 0 0 0 0,0 0 0 0 0,1 0-1 0 0,-1-1 1 0 0,0 1 0 0 0,1-1 0 0 0,-1 1 0 0 0,0-1 0 0 0,1 0 0 0 0,-1 1 0 0 0,0-1 0 0 0,0 0 0 0 0,0 0-1 0 0,0 0 1 0 0,0 1 0 0 0,2-3 0 0 0,3-4-10 0 0,1 1 0 0 0,0 0 0 0 0,0 0 0 0 0,0 1 0 0 0,8-5 0 0 0,-14 10 0 0 0,0 0 0 0 0,-1 0 0 0 0,0 0 0 0 0,0 0 0 0 0,0 0 0 0 0,0 0 0 0 0,0 0 0 0 0,0 0 0 0 0,1 0 0 0 0,-1 0 0 0 0,0 0 0 0 0,0 0 0 0 0,0 0 0 0 0,0 0 0 0 0,0 0 0 0 0,0 0 0 0 0,0 0 0 0 0,1 0 0 0 0,-1 0 0 0 0,0 0 0 0 0,0 0 0 0 0,0 0 0 0 0,0 1 0 0 0,0-1 0 0 0,0 0 0 0 0,0 0 0 0 0,0 0 0 0 0,1 0 0 0 0,-1 0 0 0 0,0 0 0 0 0,0 0 0 0 0,0 0 0 0 0,0 0 0 0 0,0 1 0 0 0,0-1 0 0 0,0 0 0 0 0,0 0 0 0 0,0 0 0 0 0,0 0 0 0 0,0 0 0 0 0,0 0 0 0 0,0 1 0 0 0,0-1 0 0 0,0 0 0 0 0,0 0 0 0 0,0 0 0 0 0,0 0 0 0 0,-4 4 0 0 0,-17 12 39 0 0,-40 28 90 0 0,60-44-129 0 0,1 1 0 0 0,0-1 0 0 0,-1 1 0 0 0,1-1 0 0 0,-1 0 0 0 0,1 0 0 0 0,-1 1 0 0 0,0-1 0 0 0,1 0 0 0 0,-1 0 0 0 0,1 0 0 0 0,-1 1 0 0 0,1-1 0 0 0,-1 0 0 0 0,0 0 0 0 0,1 0 0 0 0,-1 0 0 0 0,1 0 0 0 0,-1 0 0 0 0,-1 0 0 0 0,2-1 0 0 0,0 1 0 0 0,0 0 0 0 0,0-1 0 0 0,-1 1 0 0 0,1-1 0 0 0,0 1 0 0 0,0 0 0 0 0,0-1 0 0 0,0 1 0 0 0,0 0 0 0 0,0-1 0 0 0,0 1 0 0 0,0-1 0 0 0,0 1 0 0 0,0 0 0 0 0,0-1 0 0 0,0 1 0 0 0,0-1 0 0 0,0 1 0 0 0,0 0 0 0 0,0-1 0 0 0,1 0 0 0 0,11-26 0 0 0,-10 24 0 0 0,6-13 0 0 0,-5 13 0 0 0,-1-1 0 0 0,0 0 0 0 0,0 0 0 0 0,0 0 0 0 0,-1 0 0 0 0,1 0 0 0 0,-1-1 0 0 0,0 1 0 0 0,0 0 0 0 0,-1-1 0 0 0,1-6 0 0 0,-1-1 29 0 0,1 1 0 0 0,0 0-1 0 0,1-1 1 0 0,5-19 0 0 0,-7 31-29 0 0,1-1 0 0 0,-1 1 0 0 0,0-1 0 0 0,1 1 0 0 0,-1-1 0 0 0,0 1 0 0 0,1-1 0 0 0,-1 1 0 0 0,1-1 0 0 0,-1 1 0 0 0,1 0 0 0 0,-1-1 0 0 0,1 1 0 0 0,-1 0 0 0 0,1-1 0 0 0,-1 1 0 0 0,1 0 0 0 0,-1 0 0 0 0,1 0 0 0 0,-1-1 0 0 0,1 1 0 0 0,0 0 0 0 0,-1 0 0 0 0,1 0 0 0 0,-1 0 0 0 0,1 0 0 0 0,0 0 0 0 0,-1 0 0 0 0,1 0 0 0 0,-1 0 0 0 0,1 0 0 0 0,0 1 0 0 0,-1-1 0 0 0,1 0 0 0 0,-1 0 0 0 0,1 1 0 0 0,-1-1 0 0 0,1 0 0 0 0,-1 0 0 0 0,1 1 0 0 0,0-1 0 0 0,-18 18 0 0 0,-41 52-72 0 0,-17 21 13 0 0,58-72 54 0 0,5-3 62 0 0,6-8-3 0 0,10-14-29 0 0,83-109-25 0 0,-81 108 0 0 0,-6 7 0 0 0,0 0 0 0 0,0 0 0 0 0,0 0 0 0 0,0 0 0 0 0,0 0 0 0 0,0 0 0 0 0,0 0 0 0 0,0 0 0 0 0,0 0 0 0 0,0 0 0 0 0,0 0 0 0 0,0 0 0 0 0,0 0 0 0 0,0 0 0 0 0,0 0 0 0 0,0 0 0 0 0,1 0 0 0 0,-8 10 0 0 0,-20 28 0 0 0,13-17 0 0 0,-1 0 0 0 0,-1 0 0 0 0,-27 25 0 0 0,42-45 3 0 0,0 0-1 0 0,0 1 1 0 0,0-1-1 0 0,0 0 1 0 0,0 0-1 0 0,1 1 1 0 0,-1-1 0 0 0,0 0-1 0 0,1 1 1 0 0,-2 2-1 0 0,2-2 9 0 0,-1 0 0 0 0,1-1 0 0 0,-1 1 0 0 0,0 0 0 0 0,0-1 1 0 0,0 1-1 0 0,0-1 0 0 0,0 1 0 0 0,-2 1 0 0 0,2-3 19 0 0,0-6 117 0 0,4-7-142 0 0,0 0 0 0 0,1 1 1 0 0,1-1-1 0 0,0 1 0 0 0,0 0 0 0 0,10-16 1 0 0,52-70 27 0 0,-31 48-27 0 0,-26 37-6 0 0,-1 0 0 0 0,14-13 0 0 0,-23 26-1 0 0,0 0 0 0 0,0 0 0 0 0,0 0 1 0 0,0 0-1 0 0,0 0 0 0 0,0 0 0 0 0,0 0 0 0 0,0 0 0 0 0,0 0 0 0 0,0 0 0 0 0,0 0 0 0 0,0 0 1 0 0,0 0-1 0 0,1 0 0 0 0,-1 0 0 0 0,0 0 0 0 0,0 0 0 0 0,0 0 0 0 0,0 0 0 0 0,0 0 0 0 0,0 0 1 0 0,0 0-1 0 0,0 0 0 0 0,0 0 0 0 0,0 0 0 0 0,0 0 0 0 0,0 0 0 0 0,0 0 0 0 0,0 0 0 0 0,0 0 1 0 0,0 0-1 0 0,0 0 0 0 0,0 0 0 0 0,0 0 0 0 0,0 0 0 0 0,-8 16-31 0 0,-79 116 32 0 0,12-24 0 0 0,65-88 33 0 0,1-1 0 0 0,0 2 0 0 0,-6 23 0 0 0,12-36-26 0 0,2-18 62 0 0,1 0 0 0 0,-1-1 1 0 0,2-14-1 0 0,5 1-69 0 0,18-47 0 0 0,-22 66 0 0 0,3-4 0 0 0,-1 19 0 0 0,-4-10 0 0 0,1 1-11 0 0,-3 5-47 0 0,0-2-86 0 0,-12 26 142 0 0,1 1 0 0 0,2 1 0 0 0,1 0 1 0 0,1 0-1 0 0,-5 42 0 0 0,13-72 2 0 0,1 0 0 0 0,0 0 0 0 0,0 0 0 0 0,0 0 0 0 0,0 0 0 0 0,0 0 0 0 0,0 1 0 0 0,1-1 0 0 0,-1 0 0 0 0,1 2 0 0 0,-1-5 6 0 0,0 0 0 0 0,0 0 0 0 0,0 0 0 0 0,0 0 0 0 0,0 0-1 0 0,0 0 1 0 0,0 0 0 0 0,0 1 0 0 0,1-1 0 0 0,-1 0 0 0 0,0 0 0 0 0,1 0 0 0 0,-1 0 0 0 0,0 0-1 0 0,1 0 1 0 0,-1 0 0 0 0,1 1 0 0 0,0-2 0 0 0,12-18 106 0 0,-4 6-112 0 0,0 0 0 0 0,-1-1 0 0 0,8-22 0 0 0,-11 24 0 0 0,1 1 0 0 0,-1 0 0 0 0,2 0 0 0 0,0 1 0 0 0,0 0 0 0 0,16-19 0 0 0,-20 28 0 0 0,-1-1 0 0 0,0 1 0 0 0,0-1 0 0 0,0 1 0 0 0,3-7 0 0 0,-17 36-92 0 0,5-10 74 0 0,-15 26 0 0 0,18-36 18 0 0,0 0 0 0 0,1 0 0 0 0,-4 14 0 0 0,5-14 0 0 0,-1 0 0 0 0,1 0 0 0 0,-1-1 0 0 0,-5 8 0 0 0,8-14 1 0 0,0 0 1 0 0,0 0-1 0 0,0 0 0 0 0,0 0 0 0 0,0 0 1 0 0,0 1-1 0 0,0-1 0 0 0,0 0 1 0 0,0 0-1 0 0,0 0 0 0 0,-1 0 0 0 0,1 0 1 0 0,0 0-1 0 0,0 0 0 0 0,0 0 0 0 0,0 0 1 0 0,0 0-1 0 0,0 1 0 0 0,0-1 1 0 0,-1 0-1 0 0,1 0 0 0 0,0 0 0 0 0,0 0 1 0 0,0 0-1 0 0,0 0 0 0 0,0 0 0 0 0,0 0 1 0 0,-1 0-1 0 0,1 0 0 0 0,0 0 1 0 0,0 0-1 0 0,0 0 0 0 0,0 0 0 0 0,0 0 1 0 0,0 0-1 0 0,-1 0 0 0 0,1 0 0 0 0,0 0 1 0 0,0-1-1 0 0,0 1 0 0 0,0 0 1 0 0,0 0-1 0 0,0 0 0 0 0,0 0 0 0 0,-1 0 1 0 0,1 0-1 0 0,0 0 0 0 0,0 0 0 0 0,0 0 1 0 0,0-1-1 0 0,0 1 0 0 0,0 0 1 0 0,0 0-1 0 0,0 0 0 0 0,0 0 0 0 0,0 0 1 0 0,0 0-1 0 0,0 0 0 0 0,0-1 0 0 0,0 1 1 0 0,-2-12 101 0 0,16-49-28 0 0,-11 49-75 0 0,4-9 0 0 0,0 1 0 0 0,16-32 0 0 0,28-49 0 0 0,-51 101 0 0 0,0-1 0 0 0,0 0 1 0 0,1 1-1 0 0,-1-1 0 0 0,0 0 0 0 0,0 1 0 0 0,1-1 1 0 0,-1 1-1 0 0,1-1 0 0 0,-1 1 0 0 0,1-1 1 0 0,-1 1-1 0 0,1-1 0 0 0,-1 1 0 0 0,1-1 0 0 0,-1 1 1 0 0,1-1-1 0 0,-1 1 0 0 0,1 0 0 0 0,0-1 0 0 0,-1 1 1 0 0,2 0-1 0 0,-2 0-3 0 0,1 1 0 0 0,-1 0 0 0 0,1-1 0 0 0,-1 1-1 0 0,1 0 1 0 0,-1 0 0 0 0,0-1 0 0 0,0 1 0 0 0,1 0 0 0 0,-1 0 0 0 0,0 0 0 0 0,0 0 0 0 0,0-1 0 0 0,0 1 0 0 0,0 0 0 0 0,0 0 0 0 0,0 0 0 0 0,0 1 0 0 0,-1 3-5 0 0,0 0 1 0 0,-1 0 0 0 0,0-1-1 0 0,1 1 1 0 0,-1-1-1 0 0,-1 1 1 0 0,-3 4 0 0 0,-2 8-9 0 0,-66 137 16 0 0,73-153 6 0 0,1 0-5 0 0,0-1 0 0 0,0 0 0 0 0,0 0 0 0 0,0 0 0 0 0,0 0 0 0 0,0 0 0 0 0,0 1 0 0 0,0-1 0 0 0,0 0 0 0 0,0 0 0 0 0,0 0 0 0 0,0 0 0 0 0,0 1 0 0 0,0-1 0 0 0,0 0 0 0 0,0 0 0 0 0,-1 0 0 0 0,1 0 0 0 0,0 0 0 0 0,0 0 0 0 0,0 0 0 0 0,0 1 0 0 0,0-1 0 0 0,0 0 0 0 0,0 0 0 0 0,-1 0 0 0 0,1 0 0 0 0,0 0 0 0 0,0 0 0 0 0,0 0 0 0 0,0 0 0 0 0,-1 0 0 0 0,1 0 0 0 0,0 0 0 0 0,0 0 0 0 0,0 0 0 0 0,0 0 0 0 0,0 0 0 0 0,-1 0 0 0 0,1 0 0 0 0,0 0 0 0 0,0 0 0 0 0,0 0 0 0 0,0 0 0 0 0,-1 0 0 0 0,1 0 0 0 0,0 0 0 0 0,0 0 0 0 0,0 0 0 0 0,0 0 0 0 0,0 0 0 0 0,0 0 0 0 0,-1-1 0 0 0,1 1 0 0 0,0 0 0 0 0,0 0 0 0 0,0 0 0 0 0,0 0 0 0 0,0 0 0 0 0,0 0 0 0 0,0-1 0 0 0,-1 1 0 0 0,1 0 154 0 0,2-5-102 0 0,1-5-50 0 0,1 0-12 0 0,-1 0 0 0 0,1 1-1 0 0,0-1 1 0 0,1 1-1 0 0,9-13 1 0 0,51-66 9 0 0,-62 84 0 0 0,4-3 0 0 0,-7 8 0 0 0,1-1 0 0 0,-1 0 0 0 0,0 1 0 0 0,1-1 0 0 0,-1 1 0 0 0,0-1 0 0 0,1 0 0 0 0,-1 1 0 0 0,0-1 0 0 0,0 1 0 0 0,0-1 0 0 0,1 1 0 0 0,-1-1 0 0 0,0 1 0 0 0,0-1 0 0 0,0 1 0 0 0,0-1 0 0 0,0 1 0 0 0,0-1 0 0 0,0 1 0 0 0,0 0 0 0 0,0-1 0 0 0,0 0 0 0 0,0 1 0 0 0,1-1 0 0 0,-1 0 0 0 0,0 0 0 0 0,0 0 0 0 0,0 0 0 0 0,0 0 0 0 0,0 1 0 0 0,0-1 0 0 0,0 0 0 0 0,0 0 0 0 0,0 0 0 0 0,0 0 0 0 0,0 1 0 0 0,0-1 0 0 0,0 0 0 0 0,0 0 0 0 0,0 0 0 0 0,0 0 0 0 0,0 0 0 0 0,0 1 0 0 0,-1-1 0 0 0,1 0 0 0 0,0 0 0 0 0,0 0 0 0 0,0 0 0 0 0,0 0 0 0 0,0 1 0 0 0,0-1 0 0 0,0 0 0 0 0,0 0 0 0 0,0 0 0 0 0,-1 0 0 0 0,1 0 0 0 0,0 0 0 0 0,0 0 0 0 0,0 0 0 0 0,0 0 0 0 0,0 1 0 0 0,-1-1 0 0 0,1 0 0 0 0,0 0 0 0 0,0 0 0 0 0,0 0 0 0 0,0 0 0 0 0,-1 0 0 0 0,1 0 0 0 0,0 0 0 0 0,0 0 0 0 0,0 0 0 0 0,0 0 0 0 0,0 0 0 0 0,-1 0 0 0 0,1 0 0 0 0,0 0 0 0 0,0-1 0 0 0,-2 1 0 0 0,-5 7 0 0 0,-1 3 5 0 0,-45 56 54 0 0,42-54-67 0 0,0 1 0 0 0,1 0 0 0 0,1 0 0 0 0,0 1 0 0 0,1 0 0 0 0,0 1 0 0 0,-7 19 0 0 0,9-17 8 0 0,-6 14 0 0 0,-14 58 0 0 0,26-88 1 0 0,0-1 0 0 0,-1 0 0 0 0,1 0-1 0 0,0 1 1 0 0,0-1 0 0 0,0 0 0 0 0,-1 0 0 0 0,1 0-1 0 0,0 1 1 0 0,0-1 0 0 0,-1 0 0 0 0,1 0 0 0 0,0 0-1 0 0,0 0 1 0 0,-1 1 0 0 0,1-1 0 0 0,0 0 0 0 0,0 0-1 0 0,-1 0 1 0 0,1 0 0 0 0,0 0 0 0 0,-1 0 0 0 0,1 0-1 0 0,0 0 1 0 0,-1 0 0 0 0,1 0 0 0 0,0 0 0 0 0,0 0 0 0 0,-1 0-1 0 0,1 0 1 0 0,0 0 0 0 0,-1 0 0 0 0,1 0 0 0 0,0-1-1 0 0,0 1 1 0 0,-1 0 0 0 0,1 0 0 0 0,0 0 0 0 0,0 0-1 0 0,-1 0 1 0 0,1-1 0 0 0,0 1 0 0 0,0 0 0 0 0,-1 0-1 0 0,1-1 1 0 0,0 1 0 0 0,0 0 0 0 0,0 0 0 0 0,0-1 0 0 0,-1 1-1 0 0,1 0 1 0 0,0 0 0 0 0,0-1 0 0 0,0 1 0 0 0,0 0-1 0 0,0-1 1 0 0,0 1 0 0 0,0 0 0 0 0,0 0 0 0 0,0-1-1 0 0,0 1 1 0 0,0 0 0 0 0,0-1 0 0 0,0 1 0 0 0,0-1-1 0 0,6-18 128 0 0,51-173 11 0 0,-46 166-139 0 0,-9 21 0 0 0,1 1 0 0 0,-1-1 0 0 0,0 0 0 0 0,-1 0 0 0 0,1 0 0 0 0,-1 1 0 0 0,1-8 0 0 0,-1 14 0 0 0,-6-2 0 0 0,4 0 0 0 0,-4 5 0 0 0,-3 13 0 0 0,1 1 0 0 0,-7 34 0 0 0,-1-1 0 0 0,-27 122-111 0 0,31-124 94 0 0,6-9 17 0 0,4-29 0 0 0,0-1 0 0 0,-5 16 0 0 0,6-27 0 0 0,0 1 0 0 0,0-1 0 0 0,-1 1 0 0 0,1-1 0 0 0,0 0 0 0 0,0 1 0 0 0,-1-1 0 0 0,1 0 0 0 0,0 1 0 0 0,0-1 0 0 0,-1 0 0 0 0,1 1 0 0 0,0-1 0 0 0,-1 0 0 0 0,1 0 0 0 0,-1 1 0 0 0,1-1 0 0 0,0 0 0 0 0,-1 0 0 0 0,1 0 0 0 0,-1 0 0 0 0,1 1 0 0 0,-1-1 0 0 0,1 0 0 0 0,-1 0 0 0 0,-1 1 0 0 0,6 3 0 0 0,1 0 0 0 0,-2-4 0 0 0,1-5 0 0 0,-3 4 0 0 0,0-1 0 0 0,-1 1-1 0 0,1-1 1 0 0,0 0 0 0 0,-1 1 0 0 0,1-1 0 0 0,-1 0-1 0 0,1 0 1 0 0,-1 1 0 0 0,0-1 0 0 0,0-3 0 0 0,4-13 13 0 0,119-301 104 0 0,-104 250-117 0 0,-18 64 0 0 0,-4 4 0 0 0,3 2 0 0 0,-1-1 0 0 0,1 0 0 0 0,-1 1 0 0 0,1-1 0 0 0,-1 1 0 0 0,1-1 0 0 0,0 0 0 0 0,-1 1 0 0 0,1-1 0 0 0,0 1 0 0 0,-1-1 0 0 0,1 1 0 0 0,0-1 0 0 0,-1 1 0 0 0,1-1 0 0 0,0 1 0 0 0,0 1 0 0 0,-3 4 11 0 0,-2 0 31 0 0,-8 8-39 0 0,-1 1 0 0 0,2 0-1 0 0,0 2 1 0 0,-9 16 0 0 0,-42 81-5 0 0,44-77 1 0 0,17-33 1 0 0,-66 140 0 0 0,38-74 0 0 0,30-69 0 0 0,0 0 0 0 0,-1 0 0 0 0,1 0 0 0 0,0 0 0 0 0,0 1 0 0 0,0-1 0 0 0,0 0 0 0 0,0 0 0 0 0,0 0 0 0 0,0 0 0 0 0,0 0 0 0 0,1 0 0 0 0,-1 0 0 0 0,0 0 0 0 0,1 1 0 0 0,-1-1 0 0 0,0 0 0 0 0,1 0 0 0 0,-1 0 0 0 0,1 0 0 0 0,0-1 0 0 0,0 2 0 0 0,1 1 0 0 0,0-1 0 0 0,0 0 0 0 0,1 1 0 0 0,-1-1 0 0 0,1 0 0 0 0,4 2 0 0 0,-7-4 0 0 0,0 1 0 0 0,0-1 0 0 0,1 0 0 0 0,-1 0 0 0 0,0 0 0 0 0,1 0 0 0 0,-1 0 0 0 0,0 1 0 0 0,0-1-1 0 0,1 0 1 0 0,-1 0 0 0 0,0 0 0 0 0,1 0 0 0 0,-1 0 0 0 0,0 0 0 0 0,1 0 0 0 0,-1 0 0 0 0,0 0 0 0 0,1 0 0 0 0,-1 0 0 0 0,0 0 0 0 0,0-1 0 0 0,1 1 0 0 0,-1 0 0 0 0,0 0 0 0 0,1 0-1 0 0,-1 0 1 0 0,0 0 0 0 0,0 0 0 0 0,1-1 0 0 0,-1 1 0 0 0,0 0 0 0 0,0 0 0 0 0,0-1 0 0 0,1 1 0 0 0,-1 0 0 0 0,0 0 0 0 0,0-1 0 0 0,1 1 0 0 0,3-13 3 0 0,-2 7 7 0 0,-1 3-6 0 0,0-1 0 0 0,0 0 0 0 0,0 1 1 0 0,0-1-1 0 0,0 0 0 0 0,-1 0 0 0 0,0 0 0 0 0,0 0 1 0 0,0 0-1 0 0,0 0 0 0 0,-1 0 0 0 0,-1-5 0 0 0,1 3-2 0 0,1 0 0 0 0,-1 0 0 0 0,1 0 0 0 0,1-12 0 0 0,6-15 7 0 0,1 1 0 0 0,2-1-1 0 0,1 2 1 0 0,1-1 0 0 0,27-46 0 0 0,38-75-9 0 0,-68 148 0 0 0,-10 5 0 0 0,-2 0 0 0 0,3 0-8 0 0,-2 2-36 0 0,-1 15 32 0 0,-2 5-11 0 0,0-1-1 0 0,-15 34 1 0 0,16-44 21 0 0,-19 55 2 0 0,-25 113 0 0 0,48-175 0 0 0,0-1 0 0 0,0 1 0 0 0,0-1 0 0 0,0 1 0 0 0,0-1 0 0 0,1 1 0 0 0,0-1 0 0 0,-1 1 0 0 0,3 4 0 0 0,-1-4 0 0 0,-1 1 0 0 0,0-1 0 0 0,0 1 0 0 0,0 8 0 0 0,2-3 0 0 0,-3-9 0 0 0,1-1 0 0 0,-1 0 0 0 0,0 0 0 0 0,0 0 0 0 0,0 0 0 0 0,0 0 0 0 0,0 0 0 0 0,1 1 0 0 0,-1-1 0 0 0,0 0 0 0 0,0 0 0 0 0,0 0 0 0 0,0 0 0 0 0,1 0 0 0 0,-1 0 0 0 0,0 0 0 0 0,0 0 0 0 0,0 0 0 0 0,0 0 0 0 0,1 0 0 0 0,-1 0 0 0 0,0 0 0 0 0,0 0 0 0 0,0 0 0 0 0,1 0 0 0 0,-1 0 0 0 0,0 0 0 0 0,0 0 0 0 0,0 0 0 0 0,1 0 0 0 0,-1 0 0 0 0,0 0 0 0 0,0 0 0 0 0,0 0 0 0 0,0 0 0 0 0,0-1 0 0 0,1 1 0 0 0,-1 0 0 0 0,0 0 0 0 0,0 0 0 0 0,0 0 0 0 0,0 0 0 0 0,0-1 0 0 0,1 1 0 0 0,-1 0 0 0 0,0 0 0 0 0,0 0 0 0 0,0 0 0 0 0,0-1 0 0 0,0 1 0 0 0,0 0 0 0 0,0 0 0 0 0,0 0 0 0 0,0 0 0 0 0,0-1 0 0 0,0 1 0 0 0,0 0 0 0 0,0 0 0 0 0,1-9 0 0 0,-1 0 2 0 0,0 0 0 0 0,1 1-1 0 0,-1-1 1 0 0,2 1 0 0 0,2-11 0 0 0,41-163 55 0 0,-8 26-61 0 0,-36 151 4 0 0,3-8 0 0 0,-4 13 0 0 0,0 0 0 0 0,0 0 0 0 0,0 0 0 0 0,0-1 0 0 0,0 1 0 0 0,0 0 0 0 0,0 0 0 0 0,1 0 0 0 0,-1 0 0 0 0,0 0 0 0 0,0 0 0 0 0,0-1 0 0 0,0 1 0 0 0,0 0 0 0 0,0 0 0 0 0,0 0 0 0 0,0 0 0 0 0,0 0 0 0 0,1 0 0 0 0,-1 0 0 0 0,0 0 0 0 0,0 0 0 0 0,0 0 0 0 0,0-1 0 0 0,0 1 0 0 0,0 0 0 0 0,1 0 0 0 0,-1 0 0 0 0,0 0 0 0 0,0 0 0 0 0,0 0 0 0 0,0 0 0 0 0,0 0 0 0 0,1 0 0 0 0,-1 0 0 0 0,0 0 0 0 0,0 0 0 0 0,0 0 0 0 0,0 0 0 0 0,0 0 0 0 0,0 0 0 0 0,1 0 0 0 0,-1 1 0 0 0,0-1 0 0 0,0 0 0 0 0,0 0 0 0 0,0 0 0 0 0,0 0 0 0 0,0 0 0 0 0,1 0 0 0 0,-1 0 0 0 0,0 0 0 0 0,0 0 0 0 0,0 1-4 0 0,1 3 13 0 0,-11 14-67 0 0,-22 40 33 0 0,4 1 0 0 0,-40 117 0 0 0,66-166 25 0 0,0 1 0 0 0,0 0 0 0 0,1 0 0 0 0,0 14 0 0 0,2-17 0 0 0,-2 1 0 0 0,1-1 0 0 0,-1 1 0 0 0,0-1 0 0 0,-1 1 0 0 0,0-1 0 0 0,0 0 0 0 0,-4 10 0 0 0,5-18 0 0 0,1 0 0 0 0,-1 1 0 0 0,1-1 0 0 0,-1 0 0 0 0,1 0 0 0 0,-1 0 0 0 0,1 0 0 0 0,-1 0 0 0 0,1 0 0 0 0,-1 0 0 0 0,1 0 0 0 0,-1 0 0 0 0,1 0 0 0 0,-1-1 0 0 0,1 1 0 0 0,-1 0 0 0 0,1 0 0 0 0,-1 0 0 0 0,0-1 0 0 0,-3-1 0 0 0,8 0 0 0 0,-3 2 1 0 0,-1 0 0 0 0,1 0-1 0 0,-1 0 1 0 0,0 0 0 0 0,1 0 0 0 0,-1 0-1 0 0,1 0 1 0 0,-1 0 0 0 0,0 0 0 0 0,1-1 0 0 0,-1 1-1 0 0,0 0 1 0 0,1 0 0 0 0,-1 0 0 0 0,0-1-1 0 0,1 1 1 0 0,-1 0 0 0 0,0 0 0 0 0,1-1 0 0 0,-1 1-1 0 0,0 0 1 0 0,0-1 0 0 0,1 1 0 0 0,-1 0-1 0 0,0-1 1 0 0,0 1 0 0 0,0 0 0 0 0,0-1 0 0 0,0 1-1 0 0,1-1 1 0 0,-1 1 0 0 0,0 0 0 0 0,0-1-1 0 0,0 1 1 0 0,0-1 0 0 0,0 1 0 0 0,0 0 0 0 0,0-1-1 0 0,0 1 1 0 0,0-1 0 0 0,0 1 0 0 0,0 0-1 0 0,-1-1 1 0 0,-5-22 60 0 0,2 13-39 0 0,3 3-20 0 0,0-1 0 0 0,1 1 0 0 0,0-1 0 0 0,0 1 0 0 0,0-1 0 0 0,1 0 0 0 0,3-10 0 0 0,15-53 57 0 0,9-2-59 0 0,3 2 0 0 0,41-72 0 0 0,-70 139-2 0 0,1-1 1 0 0,-1 1-1 0 0,1 0 0 0 0,0 0 0 0 0,0 0 1 0 0,5-5-1 0 0,-7 9 0 0 0,-1 0 0 0 0,1 0 0 0 0,-1 0 0 0 0,0 0 0 0 0,1 0 0 0 0,-1 0 0 0 0,1 0-1 0 0,-1 0 1 0 0,0 0 0 0 0,1 1 0 0 0,-1-1 0 0 0,0 0 0 0 0,1 0 0 0 0,-1 0 0 0 0,1 0 0 0 0,-1 1 0 0 0,0-1 0 0 0,1 0 0 0 0,-1 0-1 0 0,0 1 1 0 0,0-1 0 0 0,1 0 0 0 0,-1 0 0 0 0,0 1 0 0 0,0-1 0 0 0,1 0 0 0 0,-1 1 0 0 0,0-1 0 0 0,0 0 0 0 0,0 1 0 0 0,1-1 0 0 0,-1 1-1 0 0,0-1 1 0 0,0 0 0 0 0,0 1 0 0 0,0-1 0 0 0,0 1 0 0 0,0 0 0 0 0,3 16-54 0 0,-4-10 37 0 0,0 0 0 0 0,0-1 0 0 0,-1 1 0 0 0,0-1 0 0 0,0 1 0 0 0,-5 7 0 0 0,-2 11 10 0 0,-82 276-44 0 0,81-263 53 0 0,-6 16 0 0 0,16-52 0 0 0,-1 1 0 0 0,1-1 0 0 0,0 0 0 0 0,-1 1 0 0 0,1-1 0 0 0,0 1 0 0 0,1-1 0 0 0,-1 1 0 0 0,0-1 0 0 0,1 1 0 0 0,-1-1 0 0 0,1 1 0 0 0,0-1 0 0 0,0 0 0 0 0,0 1 0 0 0,0-1 0 0 0,0 0 0 0 0,0 0 0 0 0,3 3 0 0 0,-6-7 4 0 0,0 0-1 0 0,0 0 1 0 0,1 0 0 0 0,-1-1 0 0 0,1 1-1 0 0,-1-1 1 0 0,1 1 0 0 0,-1-5-1 0 0,1 5 0 0 0,1 1 0 0 0,0-1-1 0 0,0 1 1 0 0,0-1-1 0 0,0 0 1 0 0,0 1 0 0 0,1-1-1 0 0,-1 1 1 0 0,0-1-1 0 0,1 1 1 0 0,-1-1 0 0 0,1 1-1 0 0,0 0 1 0 0,-1-1-1 0 0,1 1 1 0 0,0 0 0 0 0,0-1-1 0 0,1-1 1 0 0,4-5 3 0 0,-1 1 1 0 0,0-1 0 0 0,-1 0-1 0 0,0 0 1 0 0,0-1 0 0 0,-1 1-1 0 0,4-13 1 0 0,1-17-7 0 0,4-43 0 0 0,-3 15 0 0 0,-2 30 0 0 0,18-53 0 0 0,-20 81 0 0 0,-1 2 0 0 0,-4 6 0 0 0,0 0 0 0 0,0 0 0 0 0,0 0 0 0 0,0-1 0 0 0,0 1 0 0 0,0 0 0 0 0,0 0 0 0 0,0 0 0 0 0,0 0 0 0 0,0 0 0 0 0,0 0 0 0 0,0 0 0 0 0,0 0 0 0 0,0 0 0 0 0,-1 0 0 0 0,1-1 0 0 0,0 1 0 0 0,0 0 0 0 0,0 0 0 0 0,0 0 0 0 0,0 0 0 0 0,0 0 0 0 0,0 0 0 0 0,0 0 0 0 0,0 0 0 0 0,0 0 0 0 0,0 0 0 0 0,-1 0 0 0 0,1 0 0 0 0,0 0 0 0 0,0 0 0 0 0,0 0 0 0 0,0 0 0 0 0,0 0 0 0 0,0 0 0 0 0,0 0 0 0 0,0 0 0 0 0,-1 0 0 0 0,1 0 0 0 0,0 0 0 0 0,0 0 0 0 0,0 0 0 0 0,0 0 0 0 0,0 0 0 0 0,0 0 0 0 0,0 0 0 0 0,0 0 0 0 0,0 0 0 0 0,-1 0 0 0 0,1 0 0 0 0,0 0 0 0 0,0 1 0 0 0,0-1 0 0 0,0 0 0 0 0,0 0 0 0 0,0 0 0 0 0,0 0 0 0 0,0 0 0 0 0,0 0 0 0 0,0 4 0 0 0,-1 0 0 0 0,1 0 0 0 0,-1-1 0 0 0,1 1 0 0 0,-1 0 0 0 0,-2 4 0 0 0,3-7 0 0 0,-63 239-180 0 0,54-198 168 0 0,7-31 12 0 0,0 1 0 0 0,0 22 0 0 0,5-67 31 0 0,-1 8 11 0 0,0 11-24 0 0,0 0 0 0 0,0 0-1 0 0,9-25 1 0 0,19-41 58 0 0,-16 45-64 0 0,4-10-12 0 0,2 0 0 0 0,2 1 0 0 0,42-63 0 0 0,-60 103 0 0 0,0 0 0 0 0,0 0 0 0 0,1 0 0 0 0,5-3 0 0 0,-6 4 0 0 0,-4 3 0 0 0,-1-1 0 0 0,1 1 0 0 0,0 0 0 0 0,0 0 0 0 0,0 0 0 0 0,-1 0 0 0 0,1-1 0 0 0,0 1 0 0 0,0 0 0 0 0,0 0 0 0 0,-1 0 0 0 0,1 0 0 0 0,0 0 0 0 0,0 0 0 0 0,-1 0 0 0 0,1 0 0 0 0,0 0 0 0 0,-1 0 0 0 0,1-1 0 0 0,0 1 0 0 0,0 0 0 0 0,-1 1 0 0 0,1-1 0 0 0,0 0 0 0 0,0 0 0 0 0,-1 0 0 0 0,1 0 0 0 0,0 0 0 0 0,0 0 0 0 0,-1 0 0 0 0,1 0 0 0 0,0 0 0 0 0,0 0 0 0 0,-1 1 0 0 0,1-1 0 0 0,0 0 0 0 0,0 0 0 0 0,0 0 0 0 0,-1 1 0 0 0,1-1 0 0 0,0 0 0 0 0,0 0 0 0 0,0 0 0 0 0,0 1 0 0 0,0-1 0 0 0,-1 0 0 0 0,1 0 0 0 0,0 1 0 0 0,0-1 0 0 0,0 0 0 0 0,0 0 0 0 0,0 1 0 0 0,0-1 0 0 0,0 1 0 0 0,-7 9 0 0 0,-11 7-17 0 0,10-10 6 0 0,1 1-1 0 0,0-1 0 0 0,-11 16 0 0 0,-4 16 12 0 0,2 1 0 0 0,-19 53 0 0 0,-60 186 288 0 0,97-272-352 0 0,0-5 41 0 0,1 0 1 0 0,0 1-1 0 0,0-1 0 0 0,0 0 0 0 0,0 1 1 0 0,1-1-1 0 0,-1 1 0 0 0,1-1 0 0 0,-1 1 0 0 0,1-1 1 0 0,0 1-1 0 0,0 2 0 0 0,0-5 23 0 0,0 0 0 0 0,0 0 0 0 0,0 0 0 0 0,0 0 0 0 0,0 0 0 0 0,0 0 0 0 0,0 0 0 0 0,0 0 0 0 0,0 0 0 0 0,0 0 0 0 0,0 0 0 0 0,0 0 0 0 0,0 0 0 0 0,1-1 0 0 0,-1 1 0 0 0,0 0 0 0 0,0 0 0 0 0,0 0 0 0 0,0 0 0 0 0,0 0 0 0 0,0 0 0 0 0,0 0 0 0 0,0 0 0 0 0,0 0 0 0 0,0 0 0 0 0,0 0 0 0 0,0 0 0 0 0,0 0 0 0 0,0 0 0 0 0,0 0 0 0 0,0 0 0 0 0,1 0 0 0 0,-1 0 0 0 0,0 0 0 0 0,0 0 0 0 0,0 0 0 0 0,0 0 0 0 0,0 0 0 0 0,0 0 0 0 0,0 0 0 0 0,0 1 0 0 0,0-1 0 0 0,3-12 0 0 0,-2 9 0 0 0,5-13 0 0 0,-2 1 0 0 0,5-24 0 0 0,0-11 0 0 0,2 1 0 0 0,31-86 0 0 0,-19 65 0 0 0,-13 43 0 0 0,1 0 0 0 0,25-44 0 0 0,-33 62 0 0 0,2-3 0 0 0,-5 12 0 0 0,0 0 0 0 0,0 1 0 0 0,0-1 0 0 0,0 0 0 0 0,0 0 0 0 0,0 0 0 0 0,0 0 0 0 0,0 0 0 0 0,0 0 0 0 0,0 0 0 0 0,0 0 0 0 0,0 0 0 0 0,0 0 0 0 0,0 1 0 0 0,0-1 0 0 0,0 0 0 0 0,0 0 0 0 0,1 0 0 0 0,-1 0 0 0 0,0 0 0 0 0,0 0 0 0 0,0 0 0 0 0,0 0 0 0 0,0 0 0 0 0,0 0 0 0 0,0 0 0 0 0,0 0 0 0 0,0 0 0 0 0,0 0 0 0 0,1 0 0 0 0,-1 0 0 0 0,0 0 0 0 0,0 0 0 0 0,0 0 0 0 0,0 0 0 0 0,0 0 0 0 0,0 0 0 0 0,0 0 0 0 0,0 0 0 0 0,0 0 0 0 0,1 0 0 0 0,-1 0 0 0 0,0 0 0 0 0,0 0 0 0 0,0 0 0 0 0,0 0 0 0 0,0 0 0 0 0,0 0 0 0 0,0 0 0 0 0,0 0 0 0 0,0 0 0 0 0,0-1 0 0 0,0 1 0 0 0,0 0 0 0 0,1 0 0 0 0,-1 0 0 0 0,0 0 0 0 0,0 0 0 0 0,0 0 0 0 0,0 0 0 0 0,0 0 0 0 0,0 0 0 0 0,0 0 0 0 0,0-1 0 0 0,0 5-7 0 0,-1 0 1 0 0,1-1-1 0 0,-1 1 0 0 0,0-1 1 0 0,0 1-1 0 0,0-1 0 0 0,-3 7 0 0 0,4-10 1 0 0,-54 176-8 0 0,34-108 16 0 0,16-52-2 0 0,-3 23 0 0 0,-3 13 0 0 0,10-53 3 0 0,1 1-1 0 0,-1 0 1 0 0,0-1-1 0 0,0 1 1 0 0,1-1-1 0 0,-1 1 1 0 0,0 0-1 0 0,1-1 1 0 0,-1 1-1 0 0,1 0 1 0 0,-1 0 0 0 0,0-1-1 0 0,1 1 1 0 0,-1 0-1 0 0,1 0 1 0 0,-1-1-1 0 0,1 1 1 0 0,-1 0-1 0 0,0 0 1 0 0,1 0-1 0 0,-1 0 1 0 0,1 0-1 0 0,-1 0 1 0 0,1 0 0 0 0,-1 0-1 0 0,1 0 1 0 0,-1 0-1 0 0,1 0 1 0 0,-1 0-1 0 0,1 0 1 0 0,-1 0-1 0 0,1 0 1 0 0,-1 0-1 0 0,1 1 1 0 0,-1-1-1 0 0,0 0 1 0 0,1 0 0 0 0,-1 1-1 0 0,1-1 1 0 0,-1 0-1 0 0,0 0 1 0 0,1 1-1 0 0,-1-1 1 0 0,0 0-1 0 0,1 1 1 0 0,-1-1-1 0 0,0 1 1 0 0,0-1-1 0 0,1 0 1 0 0,-1 1 0 0 0,0-1-1 0 0,0 1 1 0 0,0-1-1 0 0,1 1 1 0 0,-1-1-1 0 0,0 1 1 0 0,0-1-1 0 0,0 1 1 0 0,0-1-1 0 0,0 1 1 0 0,0-1-1 0 0,0 1 1 0 0,45-130-25 0 0,-37 100 14 0 0,1 0-1 0 0,1 0 1 0 0,2 1-1 0 0,29-50 1 0 0,-33 65 8 0 0,-5 8 0 0 0,0 0 0 0 0,0 0 0 0 0,0 1 0 0 0,1-1 0 0 0,6-6 0 0 0,-23 19 0 0 0,9-6 0 0 0,0 0 0 0 0,0 0 0 0 0,1 1 0 0 0,-1-1 0 0 0,-5 6 0 0 0,-3 9-10 0 0,1 0 1 0 0,1 0-1 0 0,0 1 0 0 0,1 0 0 0 0,-8 24 1 0 0,5-13 3 0 0,-82 204 6 0 0,88-222 0 0 0,6-10 0 0 0,-1 0 0 0 0,1-1 0 0 0,-1 1 0 0 0,1 0 0 0 0,0-1 0 0 0,-1 1 0 0 0,1 0 0 0 0,0-1 0 0 0,-1 1 0 0 0,1 0 0 0 0,0 0 0 0 0,0-1 0 0 0,0 1 0 0 0,0 0 0 0 0,0 0 0 0 0,0 0 0 0 0,0-1 0 0 0,0 1 0 0 0,0 0 0 0 0,0 0 0 0 0,0-1 0 0 0,1 1 0 0 0,-1 0 0 0 0,0 0 0 0 0,0-1 0 0 0,1 1 0 0 0,-1 0 0 0 0,0-1 0 0 0,1 1 0 0 0,-1 0 0 0 0,1-1 0 0 0,-1 1 0 0 0,1 0 0 0 0,-1-1 0 0 0,1 1 0 0 0,0-1 0 0 0,-1 1 0 0 0,1-1 0 0 0,0 1 0 0 0,-2-3 2 0 0,-1-1 1 0 0,1 1-1 0 0,0 0 1 0 0,0-1-1 0 0,0 1 1 0 0,0-1-1 0 0,0 1 0 0 0,0-1 1 0 0,1 1-1 0 0,-1-1 1 0 0,1 0-1 0 0,0 1 0 0 0,0-1 1 0 0,0 0-1 0 0,0 1 1 0 0,0-1-1 0 0,0 0 0 0 0,1 1 1 0 0,1-5-1 0 0,2-11 33 0 0,12-31 1 0 0,-8 27-27 0 0,59-169-73 0 0,-50 151 84 0 0,-11 27-9 0 0,0 0 0 0 0,-1-1 0 0 0,4-15 0 0 0,-9 28-12 0 0,0 1 0 0 0,0 0 0 0 0,0 0 0 0 0,0 0 0 0 0,0 0 1 0 0,0 0-1 0 0,0 0 0 0 0,0 0 0 0 0,0 0 0 0 0,0 0 0 0 0,0-1 0 0 0,0 1 0 0 0,0 0 0 0 0,0 0 0 0 0,0 0 0 0 0,0 0 1 0 0,0 0-1 0 0,1 0 0 0 0,-1 0 0 0 0,0 0 0 0 0,0 0 0 0 0,0 0 0 0 0,0 0 0 0 0,0 0 0 0 0,0 0 0 0 0,0 0 0 0 0,0 0 0 0 0,0 0 1 0 0,1-1-1 0 0,-1 1 0 0 0,0 0 0 0 0,0 0 0 0 0,0 0 0 0 0,0 0 0 0 0,0 0 0 0 0,0 0 0 0 0,0 0 0 0 0,0 1 0 0 0,1-1 0 0 0,-1 0 1 0 0,0 0-1 0 0,0 0 0 0 0,0 0 0 0 0,0 0 0 0 0,0 0 0 0 0,0 0 0 0 0,0 0 0 0 0,0 0 0 0 0,0 0 0 0 0,1 0 0 0 0,-1 0 1 0 0,0 0-1 0 0,0 0 0 0 0,0 0 0 0 0,0 0 0 0 0,0 1 0 0 0,0-1 0 0 0,0 0 0 0 0,0 0-1 0 0,0 1 0 0 0,0 0 0 0 0,1-1-1 0 0,-1 1 1 0 0,0-1 0 0 0,0 1 0 0 0,0 0 0 0 0,0-1 0 0 0,0 1-1 0 0,-1-1 1 0 0,1 1 0 0 0,0 0 0 0 0,0-1 0 0 0,0 1-1 0 0,0-1 1 0 0,-1 1 0 0 0,1-1 0 0 0,0 1 0 0 0,-1 0 0 0 0,1-1-1 0 0,0 1 1 0 0,-1 0 0 0 0,-13 25-20 0 0,2 1 0 0 0,0 0 0 0 0,-12 49 0 0 0,13-41 14 0 0,3-9 8 0 0,2 1 0 0 0,-4 30 0 0 0,10-57 3 0 0,1 12 62 0 0,-1-12-64 0 0,0 0 0 0 0,0 0-1 0 0,0 1 1 0 0,0-1 0 0 0,0 0-1 0 0,0 0 1 0 0,0 0 0 0 0,0 0-1 0 0,0 0 1 0 0,0 0 0 0 0,0 0-1 0 0,0 0 1 0 0,0 0 0 0 0,0 0-1 0 0,0 0 1 0 0,0 0 0 0 0,0 0-1 0 0,0 0 1 0 0,0 1 0 0 0,0-1-1 0 0,0 0 1 0 0,0 0 0 0 0,0 0-1 0 0,0 0 1 0 0,0 0 0 0 0,1 0-1 0 0,-1 0 1 0 0,0 0 0 0 0,0 0-1 0 0,0 0 1 0 0,0 0 0 0 0,0 0-1 0 0,0 0 1 0 0,0 0 0 0 0,0 0-1 0 0,0 0 1 0 0,0 0 0 0 0,0 0-1 0 0,0 0 1 0 0,0 0 0 0 0,1 0-1 0 0,-1 0 1 0 0,0 0 0 0 0,0 0-1 0 0,0 0 1 0 0,0 0 0 0 0,0 0-1 0 0,0 0 1 0 0,0 0 0 0 0,0 0-1 0 0,0 0 1 0 0,0 0 0 0 0,0 0-1 0 0,0 0 1 0 0,0 0 0 0 0,0-1-1 0 0,0 1 1 0 0,1 0 0 0 0,5-11 24 0 0,-3 1-20 0 0,0-1-1 0 0,1-19 0 0 0,2-3-6 0 0,8-18 29 0 0,3 1-1 0 0,41-88 1 0 0,-52 128-38 0 0,0 0 1 0 0,0 1-1 0 0,1 0 0 0 0,1 0 1 0 0,12-13-1 0 0,-19 22 11 0 0,-1 0-1 0 0,0 0 1 0 0,0 0 0 0 0,0 0-1 0 0,0 0 1 0 0,0 0-1 0 0,0 0 1 0 0,0 0 0 0 0,0-1-1 0 0,0 1 1 0 0,1 0 0 0 0,-1 0-1 0 0,0 0 1 0 0,0 0 0 0 0,0 0-1 0 0,0 0 1 0 0,0 0-1 0 0,0 0 1 0 0,0 0 0 0 0,1 0-1 0 0,-1 0 1 0 0,0 0 0 0 0,0 0-1 0 0,0 0 1 0 0,0 0-1 0 0,0 0 1 0 0,0 0 0 0 0,0 1-1 0 0,0-1 1 0 0,1 0 0 0 0,-1 0-1 0 0,0 0 1 0 0,0 0 0 0 0,0 0-1 0 0,0 0 1 0 0,0 0-1 0 0,0 0 1 0 0,0 0 0 0 0,0 0-1 0 0,0 0 1 0 0,0 0 0 0 0,0 1-1 0 0,1-1 1 0 0,-1 0-1 0 0,3 8-37 0 0,0 9-32 0 0,-5-10 68 0 0,0 0 1 0 0,-1-1-1 0 0,1 1 0 0 0,-2 0 1 0 0,1-1-1 0 0,0 0 1 0 0,-8 9-1 0 0,-7 15 4 0 0,-72 165-2 0 0,40-85 0 0 0,47-103 0 0 0,0 0 0 0 0,1 1 0 0 0,0-1 0 0 0,0 1 0 0 0,1-1 0 0 0,0 1 0 0 0,0 10 0 0 0,-2 4 0 0 0,3-24 9 0 0,-3-10 35 0 0,3 11-44 0 0,-2-6 1 0 0,0 0 0 0 0,1-1 0 0 0,0 1 0 0 0,1-1 0 0 0,0 1 0 0 0,0-1 0 0 0,0 1 0 0 0,1-1-1 0 0,0 1 1 0 0,0 0 0 0 0,4-10 0 0 0,20-56 11 0 0,42-120 40 0 0,-51 157-52 0 0,-9 23 0 0 0,6-23 0 0 0,-10 26-11 0 0,1 1 1 0 0,7-17-1 0 0,-9 23 9 0 0,-1 1-1 0 0,1-1 1 0 0,-1 1 0 0 0,1-1 0 0 0,0 1-1 0 0,0-1 1 0 0,0 1 0 0 0,1 0-1 0 0,-1 0 1 0 0,0 0 0 0 0,1 0 0 0 0,-1 0-1 0 0,4-1 1 0 0,-6 3 2 0 0,0 0 0 0 0,0 0 0 0 0,1 0 1 0 0,-1 0-1 0 0,0 0 0 0 0,0-1 0 0 0,0 1 0 0 0,0 0 0 0 0,0 0 0 0 0,1 0 0 0 0,-1 0 1 0 0,0 0-1 0 0,0 0 0 0 0,0 0 0 0 0,0 0 0 0 0,0 0 0 0 0,1 0 0 0 0,-1 1 0 0 0,0-1 1 0 0,0 0-1 0 0,0 0 0 0 0,0 0 0 0 0,0 0 0 0 0,0 0 0 0 0,1 0 0 0 0,-1 0 0 0 0,0 0 0 0 0,0 0 1 0 0,0 0-1 0 0,0 0 0 0 0,0 0 0 0 0,0 1 0 0 0,0-1 0 0 0,0 0 0 0 0,1 0 0 0 0,-1 0 1 0 0,0 0-1 0 0,0 0 0 0 0,0 0 0 0 0,0 1 0 0 0,0-1 0 0 0,0 0 0 0 0,0 9 8 0 0,-4 10-33 0 0,-4 2-44 0 0,-14 21 1 0 0,0 2 73 0 0,-10 36-26 0 0,3 1-1 0 0,-22 104 1 0 0,36-122 36 0 0,-16 71 34 0 0,29-127-49 0 0,0-10 0 0 0,2 3 0 0 0,0 0 0 0 0,0 0 0 0 0,0-1 0 0 0,0 1 0 0 0,0 0 0 0 0,0 0 0 0 0,0-1 0 0 0,0 1 0 0 0,0 0 0 0 0,0 0 0 0 0,0-1 0 0 0,0 1 0 0 0,0 0 0 0 0,-1 0 0 0 0,1-1 0 0 0,0 1 0 0 0,0 0 0 0 0,0 0 0 0 0,0 0 0 0 0,-1 0 0 0 0,1-1 0 0 0,0 1 0 0 0,0 0 0 0 0,0 0 0 0 0,-1 0 0 0 0,1 0 0 0 0,0 0 0 0 0,0-1 0 0 0,0 1 0 0 0,-1 0 0 0 0,1 0 0 0 0,0 0 0 0 0,0 0 0 0 0,-1 0 0 0 0,1 0 0 0 0,7-3 0 0 0,-6 3 0 0 0,-1 0 0 0 0,1 0 0 0 0,0 0 0 0 0,0 0 0 0 0,-1-1 0 0 0,1 1 0 0 0,0 0 0 0 0,-1 0 0 0 0,1-1 0 0 0,0 1 0 0 0,-1-1 0 0 0,1 1 0 0 0,0-1 0 0 0,-1 1 0 0 0,1-1 0 0 0,-1 1 0 0 0,1-1 0 0 0,-1 1 0 0 0,1-1 0 0 0,-1 0 0 0 0,1 1 0 0 0,-1-1 0 0 0,0 0 0 0 0,1 1 0 0 0,-1-1 0 0 0,0 0 0 0 0,0 1 0 0 0,1-1 0 0 0,-1 0 0 0 0,0 0 0 0 0,0 1 0 0 0,0-1 0 0 0,0-1 0 0 0,2-14 17 0 0,0 0 0 0 0,1 0-1 0 0,1 1 1 0 0,1-1 0 0 0,0 1 0 0 0,8-16-1 0 0,25-60 26 0 0,46-165-1 0 0,-79 229-22 0 0,-5 26-17 0 0,0-1 0 0 0,0 1 0 0 0,0 0 0 0 0,0-1 0 0 0,0 1 0 0 0,0 0 0 0 0,0-1 0 0 0,-1 1 0 0 0,1 0 0 0 0,0-1 0 0 0,-1 1 0 0 0,1 0 0 0 0,-1-1 0 0 0,0 1 0 0 0,1 0 0 0 0,-2-2 0 0 0,1 3-1 0 0,1 0-1 0 0,-1 0 1 0 0,1 0-1 0 0,-1 0 1 0 0,1 1-1 0 0,0-1 1 0 0,-1 0 0 0 0,1 0-1 0 0,-1 0 1 0 0,1 0-1 0 0,-1 1 1 0 0,1-1-1 0 0,0 0 1 0 0,-1 0-1 0 0,1 1 1 0 0,0-1-1 0 0,-1 0 1 0 0,1 1-1 0 0,0-1 1 0 0,-1 0-1 0 0,1 1 1 0 0,-1 0-1 0 0,1-1-1 0 0,-6 12 1 0 0,1-1 0 0 0,0 1 0 0 0,-4 19 0 0 0,-1-1 0 0 0,-14 46 0 0 0,-11 29 0 0 0,5-13-88 0 0,30-91 88 0 0,0 1 0 0 0,-1-1 0 0 0,1 0 0 0 0,0 0 0 0 0,0 0 0 0 0,0 0 0 0 0,1 1 0 0 0,-1-1 0 0 0,0 0 0 0 0,0 0 0 0 0,1 0 0 0 0,-1 0 0 0 0,0 0 0 0 0,1 0 0 0 0,-1 0 0 0 0,1 0 0 0 0,0 0 0 0 0,-1 0 0 0 0,1 0 0 0 0,0 0 0 0 0,-1 0 0 0 0,1 0 0 0 0,0 0 0 0 0,0 0 0 0 0,0-1 0 0 0,0 1 0 0 0,0 0 0 0 0,1 0 0 0 0,-1-1 0 0 0,-1 0 0 0 0,1 0 0 0 0,-1-1 0 0 0,1 1 0 0 0,-1 0 0 0 0,0 0 0 0 0,1-1 0 0 0,-1 1 0 0 0,1 0 0 0 0,-1-1 0 0 0,0 1 0 0 0,1 0 0 0 0,-1-1 0 0 0,0 1 0 0 0,1-1 0 0 0,-1 1 0 0 0,0-1 0 0 0,0 1 0 0 0,0 0 0 0 0,1-1 0 0 0,-1 1 0 0 0,0-1 0 0 0,0 1 0 0 0,0-1 0 0 0,0 1 0 0 0,0-1 0 0 0,5-16 0 0 0,-5 17 0 0 0,8-30 0 0 0,9-43 0 0 0,4 1 0 0 0,34-80 0 0 0,-47 134 0 0 0,1 0 0 0 0,17-23 0 0 0,-21 34 0 0 0,-1 1 0 0 0,2 0 0 0 0,-1 0 0 0 0,1 0 0 0 0,0 1 0 0 0,0 0 0 0 0,0 0 0 0 0,14-8 0 0 0,-19 13 0 0 0,-1 0 0 0 0,0 0 0 0 0,0 0 0 0 0,1 0 0 0 0,-1 0 0 0 0,0 0 0 0 0,0-1 0 0 0,1 1 0 0 0,-1 0 0 0 0,0 0 0 0 0,0 0 0 0 0,1 0 0 0 0,-1 0 0 0 0,0-1 0 0 0,0 1 0 0 0,0 0 0 0 0,1 0 0 0 0,-1 0 0 0 0,0-1 0 0 0,0 1 0 0 0,0 0 0 0 0,0 0 0 0 0,0-1 0 0 0,1 1 0 0 0,-1 0 0 0 0,0 0 0 0 0,0-1 0 0 0,0 1 0 0 0,0 0 0 0 0,0 0 0 0 0,0-1 0 0 0,0 1 0 0 0,0 0 0 0 0,0 0 0 0 0,0-1 0 0 0,0 1 0 0 0,0 0 0 0 0,0-1 0 0 0,0 1 0 0 0,0 0 0 0 0,0 0 0 0 0,0-1 0 0 0,-1 1 0 0 0,1 0 0 0 0,0 0 0 0 0,0-1 0 0 0,0 1 0 0 0,0 0 0 0 0,0 0 0 0 0,-1 0 0 0 0,1-1 0 0 0,0 1 0 0 0,0 0 0 0 0,0 0 0 0 0,-1 0 0 0 0,1 0 0 0 0,0-1 0 0 0,0 1 0 0 0,-1 0 0 0 0,1 0 0 0 0,-4 5-34 0 0,-3 9-7 0 0,-31 62 1 0 0,15-26 27 0 0,-9 14 13 0 0,-41 126 0 0 0,70-181 0 0 0,0 0 0 0 0,1 1 0 0 0,0 0 0 0 0,-1 14 0 0 0,4-23 0 0 0,2-12 11 0 0,-2 9-11 0 0,93-242 35 0 0,-83 219-33 0 0,2 1 0 0 0,1 1 1 0 0,1 0-1 0 0,1 1 0 0 0,1 0 0 0 0,1 1 1 0 0,31-28-1 0 0,-46 47-2 0 0,0-1 0 0 0,1 1 0 0 0,-1 0 0 0 0,0 0 0 0 0,1 0 0 0 0,0 0 0 0 0,-1 0 0 0 0,1 1 0 0 0,6-2 0 0 0,-1 2 0 0 0,1 0 0 0 0,18 0 0 0 0,-28 1-1 0 0,0 0-1 0 0,0 1 1 0 0,0-1-1 0 0,0 0 1 0 0,0 1-1 0 0,0-1 1 0 0,0 0-1 0 0,0 0 1 0 0,0 1 0 0 0,0-1-1 0 0,0 0 1 0 0,0 1-1 0 0,0-1 1 0 0,0 0-1 0 0,0 0 1 0 0,0 1-1 0 0,0-1 1 0 0,0 0-1 0 0,0 1 1 0 0,0-1 0 0 0,0 0-1 0 0,-1 0 1 0 0,1 1-1 0 0,0-1 1 0 0,0 0-1 0 0,0 0 1 0 0,0 0-1 0 0,-1 1 1 0 0,1-1-1 0 0,0 0 1 0 0,0 0-1 0 0,-1 0 1 0 0,1 1 0 0 0,0-1-1 0 0,0 0 1 0 0,-1 0-1 0 0,1 0 1 0 0,0 0-1 0 0,0 0 1 0 0,-1 0-1 0 0,1 0 1 0 0,0 0-1 0 0,-1 1 1 0 0,0-1-1 0 0,-1 1 0 0 0,0-1 0 0 0,1 1 1 0 0,-1 0-1 0 0,1 0 0 0 0,-1 0 0 0 0,1 0 0 0 0,-1 0 0 0 0,1 0 0 0 0,0 0 0 0 0,0 0 0 0 0,0 1 1 0 0,-1-1-1 0 0,1 0 0 0 0,0 1 0 0 0,0-1 0 0 0,1 1 0 0 0,-1-1 0 0 0,0 1 0 0 0,0 0 0 0 0,1-1 1 0 0,-1 4-1 0 0,-1-1-2 0 0,1-1 1 0 0,-1 1-1 0 0,0-1 1 0 0,0 0 0 0 0,-3 5-1 0 0,-49 51 4 0 0,31-36 0 0 0,1 2 0 0 0,1 0 0 0 0,-20 32 0 0 0,24-31 8 0 0,9-13 7 0 0,0 1 0 0 0,-10 21 0 0 0,8-24-11 0 0,5-9 8 0 0,5-2-10 0 0,0 0 0 0 0,-1 0 0 0 0,1 0 0 0 0,0 0 0 0 0,0 0 0 0 0,0 0 0 0 0,0 0 1 0 0,0 0-1 0 0,0 0 0 0 0,0 0 0 0 0,0 0 0 0 0,-1 0 0 0 0,1 0 0 0 0,0 0 0 0 0,0 0 0 0 0,0 0 0 0 0,0 0 0 0 0,0 0 0 0 0,0 0 0 0 0,0-1 0 0 0,0 1 1 0 0,0 0-1 0 0,0 0 0 0 0,0 0 0 0 0,-1 0 0 0 0,1 0 0 0 0,0 0 0 0 0,0 0 0 0 0,0 0 0 0 0,0-1 0 0 0,0 1 0 0 0,0 0 0 0 0,0 0 0 0 0,0 0 1 0 0,0 0-1 0 0,0 0 0 0 0,0 0 0 0 0,0 0 0 0 0,0-1 0 0 0,0 1 0 0 0,0 0 0 0 0,1-13 31 0 0,0 0-1 0 0,0-1 0 0 0,6-21 1 0 0,-3 17-23 0 0,2-9-64 0 0,2 0 0 0 0,0 0 0 0 0,22-47 0 0 0,-28 70 54 0 0,1 0 0 0 0,0 0 0 0 0,0 0 0 0 0,0 0 0 0 0,4-3 0 0 0,-6 7 0 0 0,-1 0 0 0 0,-2 4-41 0 0,-2-1 29 0 0,-9 10 10 0 0,0 2-1 0 0,0 0 1 0 0,1 0 0 0 0,-12 22 0 0 0,-24 55 2 0 0,38-74 0 0 0,11-20 0 0 0,0 0 1 0 0,0 0-1 0 0,0 0 0 0 0,0-1 0 0 0,0 1 0 0 0,-1 0 1 0 0,1-4-1 0 0,0 2 9 0 0,0 2-9 0 0,8-32 27 0 0,22-55-1 0 0,8-7-26 0 0,-39 93-4 0 0,-1 5-7 0 0,-8 10-25 0 0,-11 21-30 0 0,1 4 58 0 0,3-7 33 0 0,-18 48 0 0 0,25-54-24 0 0,-16 55-55 0 0,21-66 67 0 0,1 0 1 0 0,1 1-1 0 0,-1 26 0 0 0,3-28 6 0 0,4-19 181 0 0,-4 6-104 0 0,3-4-16 0 0,14-42-274 0 0,14-56 0 0 0,-16 50 142 0 0,6-7 52 0 0,-56 187-144 0 0,23-79 88 0 0,1-2 56 0 0,-20 92 0 0 0,31-137 0 0 0,-2 19 0 0 0,2-19 0 0 0,0-1 0 0 0,0 1 0 0 0,0 0 0 0 0,0 0 0 0 0,0 0 0 0 0,0-1 0 0 0,1 1 0 0 0,-1 0 0 0 0,0 0 0 0 0,0 0 0 0 0,1-1 0 0 0,-1 1 0 0 0,0 0 0 0 0,1 0 0 0 0,-1-1 0 0 0,1 1 0 0 0,-1 0 0 0 0,1-1 0 0 0,-1 1 0 0 0,1-1 0 0 0,1 2 0 0 0,-2-2 0 0 0,1 0 0 0 0,0 0 0 0 0,-1-1 0 0 0,1 1 0 0 0,0 0 0 0 0,0 0 0 0 0,-1 0 0 0 0,1-1 0 0 0,0 1 0 0 0,-1 0 0 0 0,1-1 0 0 0,-1 1 0 0 0,1 0 0 0 0,0-1 0 0 0,-1 1 0 0 0,1-1 0 0 0,-1 1 0 0 0,1-1 0 0 0,-1 1 0 0 0,1-1 0 0 0,-1 1 0 0 0,1-2 0 0 0,12-14 0 0 0,-13 15 0 0 0,9-14 0 0 0,-2 0 0 0 0,1-1 0 0 0,-2 1 0 0 0,9-34 0 0 0,-1 5 0 0 0,-6 23 0 0 0,62-163 0 0 0,-46 140 0 0 0,-16 32 0 0 0,-5 6 0 0 0,-6 9 0 0 0,-12 7 0 0 0,5-2 7 0 0,0 0 0 0 0,0 1 0 0 0,2 0 0 0 0,-1 1 0 0 0,1 0 0 0 0,0 0 0 0 0,1 1 0 0 0,0 0 0 0 0,-7 16 0 0 0,-5 16-13 0 0,-16 57 1 0 0,10-29 10 0 0,16-49-5 0 0,5-12 0 0 0,0 0 0 0 0,0 0 0 0 0,-3 16 0 0 0,7-25 0 0 0,0-1 0 0 0,0 1 0 0 0,-1-1 0 0 0,1 1 0 0 0,0-1 0 0 0,0 1 0 0 0,0-1 0 0 0,0 1 0 0 0,0-1 0 0 0,0 1 0 0 0,0-1 0 0 0,0 1 0 0 0,0-1 0 0 0,0 1 0 0 0,0-1 0 0 0,0 1 0 0 0,3-1 0 0 0,-2-1 4 0 0,0 0 0 0 0,0 0 0 0 0,-1 0-1 0 0,1-1 1 0 0,0 1 0 0 0,0 0 0 0 0,-1 0 0 0 0,1 0 0 0 0,-1 0 0 0 0,1-1-1 0 0,-1 1 1 0 0,0 0 0 0 0,1-1 0 0 0,-1 1 0 0 0,0 0 0 0 0,0-1 0 0 0,0 1-1 0 0,0 0 1 0 0,0-1 0 0 0,0 1 0 0 0,0 0 0 0 0,-1-1 0 0 0,1-1 0 0 0,-1-4 28 0 0,2-5-30 0 0,1 0-1 0 0,1 0 1 0 0,-1 0-1 0 0,2 0 0 0 0,0 0 1 0 0,8-17-1 0 0,-1 1 0 0 0,4-11-33 0 0,1 1 0 0 0,36-61 0 0 0,-35 62 32 0 0,-51 92-64 0 0,-2 24-15 0 0,-47 151 0 0 0,58-155-98 0 0,22-67 210 0 0,0 0-1 0 0,-1 0 1 0 0,0 0 0 0 0,0-1-1 0 0,-1 0 1 0 0,0 0-1 0 0,0 0 1 0 0,-1 0-1 0 0,-12 10 1 0 0,2 3-7 0 0,16-19-23 0 0,-1 0-1 0 0,0 0 1 0 0,1 0-1 0 0,-1-1 0 0 0,1 1 1 0 0,-1 0-1 0 0,1 0 0 0 0,0 0 1 0 0,-1 0-1 0 0,1 0 1 0 0,0 0-1 0 0,0 0 0 0 0,0 0 1 0 0,0 0-1 0 0,0 0 0 0 0,0 0 1 0 0,0 1-1 0 0,0-1 1 0 0,0 0-1 0 0,0 0 0 0 0,0 0 1 0 0,1 1-1 0 0,11 13-2 0 0,-7-9 45 0 0,-18-12-26 0 0,12 6-17 0 0,0-1 0 0 0,0 0 0 0 0,-1 0 0 0 0,1 0 0 0 0,0 0-1 0 0,0 0 1 0 0,0 0 0 0 0,0 0 0 0 0,0-1 0 0 0,0 1 0 0 0,0 0 0 0 0,1 0 0 0 0,-1-1 0 0 0,0 1 0 0 0,1-1 0 0 0,-1 1-1 0 0,1-1 1 0 0,-1 1 0 0 0,1 0 0 0 0,0-1 0 0 0,0 1 0 0 0,0-1 0 0 0,-1 0 0 0 0,1 1 0 0 0,1-1 0 0 0,-1-1-1 0 0,1-5 18 0 0,1 0 0 0 0,0 0 0 0 0,5-14-1 0 0,-2 6-8 0 0,9-31-10 0 0,2 1 0 0 0,2 0 0 0 0,2 1 0 0 0,28-47 0 0 0,-35 68 0 0 0,-10 18 0 0 0,0-1 0 0 0,1 1 0 0 0,0 0 0 0 0,0 0 0 0 0,6-6 0 0 0,-10 12 0 0 0,0 0 0 0 0,0-1 0 0 0,0 1 0 0 0,0 0 0 0 0,1 0 0 0 0,-1 0 0 0 0,0-1 0 0 0,0 1 0 0 0,0 0 0 0 0,1 0 0 0 0,-1 0 0 0 0,0 0 0 0 0,0-1 0 0 0,0 1 0 0 0,1 0 0 0 0,-1 0 0 0 0,0 0 0 0 0,0 0 0 0 0,1 0 0 0 0,-1 0 0 0 0,0 0 0 0 0,1 0 0 0 0,-1 0 0 0 0,0 0 0 0 0,0 0 0 0 0,1 0 0 0 0,-1 0 0 0 0,0 0 0 0 0,0 0 0 0 0,1 0 0 0 0,-1 0 0 0 0,0 0 0 0 0,0 0 0 0 0,1 0 0 0 0,-1 0 0 0 0,0 1 0 0 0,0-1 0 0 0,1 0 0 0 0,-1 0 0 0 0,0 0 0 0 0,0 0 0 0 0,0 0 0 0 0,1 1 0 0 0,-1-1 0 0 0,0 0 0 0 0,0 0 0 0 0,0 1 0 0 0,0-1 0 0 0,1 0 0 0 0,-1 0 0 0 0,0 0 0 0 0,0 1 0 0 0,0-1 0 0 0,0 0 0 0 0,0 1 0 0 0,0-1 0 0 0,0 0 0 0 0,0 0 0 0 0,0 1 0 0 0,0-1 0 0 0,0 0 0 0 0,0 0 0 0 0,0 1 0 0 0,1 16 0 0 0,-5 9 0 0 0,-1 6 0 0 0,-11 40 0 0 0,10-44-19 0 0,6-24 13 0 0,-1 0 0 0 0,0 0 0 0 0,1 0 0 0 0,-1 0 0 0 0,0-1 0 0 0,-1 1 0 0 0,1 0 0 0 0,-1-1 0 0 0,0 1 0 0 0,-2 4 0 0 0,1-5 0 0 0,1 1 0 0 0,0-1 0 0 0,0 1-1 0 0,0 0 1 0 0,0 0 0 0 0,1-1 0 0 0,0 1 0 0 0,0 0 0 0 0,0 0 0 0 0,-1 6 0 0 0,3-9 6 0 0,-1 0 0 0 0,1 1 0 0 0,-1-1 0 0 0,1 0 0 0 0,0 0 0 0 0,0 0 0 0 0,0 0 0 0 0,0 0 0 0 0,-1 0 0 0 0,1 0 0 0 0,0 0 0 0 0,1 0 0 0 0,-1-1 0 0 0,0 1 0 0 0,0 0 0 0 0,2 1 0 0 0,-2-3 0 0 0,-1 1 0 0 0,0 0 0 0 0,0 0 0 0 0,0 0 0 0 0,0 0 0 0 0,0 0 0 0 0,1 0 0 0 0,-1 0 0 0 0,0 0 0 0 0,0 0 0 0 0,0 0 0 0 0,0-1 0 0 0,0 1 0 0 0,0 0 0 0 0,1 0 0 0 0,-1 0 0 0 0,0 0 0 0 0,0 0 0 0 0,0 0 0 0 0,0-1 0 0 0,0 1 0 0 0,0 0 0 0 0,0 0 0 0 0,0 0 0 0 0,0 0 0 0 0,0-1 0 0 0,0 1 0 0 0,0 0 0 0 0,0 0 0 0 0,0 0 0 0 0,0 0 0 0 0,0 0 0 0 0,0-1 0 0 0,0 1 0 0 0,0 0 0 0 0,0 0 0 0 0,0 0 0 0 0,0 0 0 0 0,0-1 0 0 0,0 1 0 0 0,0 0 0 0 0,0 0 0 0 0,0 0 0 0 0,-1 0 0 0 0,-1-12 0 0 0,1 9 0 0 0,1-2 6 0 0,0-1 0 0 0,1 1-1 0 0,0 0 1 0 0,0 0 0 0 0,1-1-1 0 0,-1 1 1 0 0,1 0 0 0 0,0 0 0 0 0,0 1-1 0 0,4-6 1 0 0,5-17-5 0 0,0-5-1 0 0,2 1 0 0 0,0 0 0 0 0,21-32 0 0 0,-33 60 0 0 0,-7 9 0 0 0,4 5 0 0 0,-2 1 0 0 0,1-1 0 0 0,-9 16 0 0 0,1 2-2 0 0,1 0 1 0 0,-10 45-1 0 0,-4 10 60 0 0,23-71-45 0 0,1-12-13 0 0,-1-6-1 0 0,-3-13 0 0 0,3 11 3 0 0,0 0 0 0 0,1 0 1 0 0,0 0-1 0 0,0 0 0 0 0,0 1 0 0 0,1-1 0 0 0,1-8 0 0 0,16-51 30 0 0,-2 7-17 0 0,-13 54-47 0 0,-3 5 30 0 0,0 1 1 0 0,1-1-1 0 0,-1 1 0 0 0,0-1 1 0 0,1 1-1 0 0,-1-1 0 0 0,0 1 1 0 0,1 0-1 0 0,-1-1 0 0 0,0 1 1 0 0,0-1-1 0 0,0 1 0 0 0,1 0 0 0 0,-1-1 1 0 0,0 1-1 0 0,0-1 0 0 0,0 1 1 0 0,0 1-1 0 0,2 17 2 0 0,0-1 0 0 0,-1 1 0 0 0,-3 30 0 0 0,-1-8 0 0 0,6-42 0 0 0,0 0 0 0 0,1-1 0 0 0,-1 1 0 0 0,0-1 0 0 0,0 0 0 0 0,3-3 0 0 0,-4 4 0 0 0,0-1 0 0 0,-1 0 0 0 0,1 0 0 0 0,0 0 0 0 0,-1 0-1 0 0,0-1 1 0 0,1 1 0 0 0,-1 0 0 0 0,0-1 0 0 0,0 1 0 0 0,0-1 0 0 0,-1 1 0 0 0,2-4 0 0 0,3-10 12 0 0,13-29 17 0 0,-13 30-17 0 0,15-30 0 0 0,-16 37-12 0 0,-7 12 0 0 0,-7 11 0 0 0,-45 76 0 0 0,26-52 0 0 0,27-35 12 0 0,0-2 44 0 0,-1-12-7 0 0,2 7-29 0 0,1-1-1 0 0,0 0 1 0 0,0 0-1 0 0,1 0 1 0 0,-1 1-1 0 0,1-1 1 0 0,1-5-1 0 0,-1 6-12 0 0,26-89-7 0 0,-23 82 0 0 0,2-7-21 0 0,-7 27-26 0 0,-10 29-21 0 0,-35 89 68 0 0,37-103 11 0 0,55-228 170 0 0,-45 198-181 0 0,4-22 0 0 0,-5 26 0 0 0,0 0 0 0 0,0-1 0 0 0,0 1 0 0 0,0 0 0 0 0,0-1 0 0 0,0 1 0 0 0,0 0 0 0 0,0-1 0 0 0,0 1 0 0 0,-1 0 0 0 0,1 0 0 0 0,-1-1 0 0 0,1 1 0 0 0,-1 0 0 0 0,0-2 0 0 0,0 2-1 0 0,1 1 0 0 0,-1 0 0 0 0,0 0 1 0 0,1-1-1 0 0,-1 1 0 0 0,0 0 0 0 0,1 0 0 0 0,-1 0 0 0 0,0 0 0 0 0,1-1 0 0 0,-1 1 0 0 0,0 0 1 0 0,1 0-1 0 0,-1 1 0 0 0,0-1 0 0 0,1 0 0 0 0,-1 0 0 0 0,0 0 0 0 0,1 0 0 0 0,-1 0 0 0 0,0 1 1 0 0,1-1-1 0 0,-1 0 0 0 0,1 1 0 0 0,-1-1 0 0 0,0 0 0 0 0,1 1 0 0 0,-1-1 0 0 0,1 1 0 0 0,-1-1 1 0 0,1 1-1 0 0,-1-1 0 0 0,1 1 0 0 0,0-1 0 0 0,-1 2 0 0 0,-15 20-31 0 0,-72 132-32 0 0,82-143 64 0 0,-3 5 0 0 0,9-16 0 0 0,0 0 0 0 0,0 0 0 0 0,0 0 0 0 0,0 0 0 0 0,0 0 0 0 0,0 0 0 0 0,0 0 0 0 0,0 0 0 0 0,0 0 0 0 0,0 0 0 0 0,0 0 0 0 0,0 1 0 0 0,0-1 0 0 0,0 0 0 0 0,0 0 0 0 0,0 0 0 0 0,1 0 0 0 0,-1 0 0 0 0,0 0 0 0 0,0 0 0 0 0,0 0 0 0 0,0 0 0 0 0,0 0 0 0 0,0 0 0 0 0,0 0 0 0 0,0 0 0 0 0,0 0 0 0 0,0 0 0 0 0,0 0 0 0 0,0 0 0 0 0,0 0 0 0 0,0 0 0 0 0,0 0 0 0 0,0 0 0 0 0,0 0 0 0 0,0 0 0 0 0,0 0 0 0 0,0 0 0 0 0,0 0 0 0 0,0 0 0 0 0,0 0 0 0 0,0 0 0 0 0,0 0 0 0 0,-1 1 0 0 0,1-1 0 0 0,10-18 0 0 0,10-26-9 0 0,0 3-18 0 0,25-76-1 0 0,-37 97 15 0 0,-7 17 7 0 0,1 0 1 0 0,-1 0-1 0 0,1-1 0 0 0,-1 1 0 0 0,0 0 0 0 0,1-7 1 0 0,-1 12-6 0 0,-1-2 10 0 0,0 0 0 0 0,0 0 0 0 0,0 1-1 0 0,0-1 1 0 0,0 0 0 0 0,1 0 0 0 0,-1 0-1 0 0,0 0 1 0 0,0 0 0 0 0,0 1 0 0 0,0-1 0 0 0,0 0-1 0 0,0 0 1 0 0,0 0 0 0 0,0 0 0 0 0,0 0 0 0 0,0 1-1 0 0,0-1 1 0 0,0 0 0 0 0,0 0 0 0 0,0 0-1 0 0,0 1 1 0 0,0-1 0 0 0,0 0 0 0 0,0 0 0 0 0,0 0-1 0 0,0 0 1 0 0,0 1 0 0 0,0-1 0 0 0,0 0 0 0 0,0 0-1 0 0,0 0 1 0 0,0 0 0 0 0,0 1 0 0 0,0-1-1 0 0,-1 0 1 0 0,1 0 0 0 0,0 0 0 0 0,0 0 0 0 0,0 0-1 0 0,0 0 1 0 0,0 1 0 0 0,-1-1 0 0 0,-5 15-16 0 0,1 0 0 0 0,1 1 0 0 0,0 0 0 0 0,1 0 0 0 0,-1 17 0 0 0,-8 33-20 0 0,-61 191 37 0 0,70-248 0 0 0,0 0 0 0 0,1 0 0 0 0,0 0 0 0 0,-1 12 0 0 0,1-35 0 0 0,1 10 0 0 0,0 0 0 0 0,0 0 0 0 0,0-1 0 0 0,1 1 0 0 0,-1 0 0 0 0,1 0 0 0 0,0-1 0 0 0,1 1 0 0 0,-1 0 0 0 0,2-5 0 0 0,12-34-16 0 0,2 0 0 0 0,2 2 0 0 0,34-59 0 0 0,-41 89 16 0 0,-10 10 0 0 0,-1 1 0 0 0,1-1 0 0 0,-1 1 0 0 0,1 0 0 0 0,-1 0 0 0 0,1-1 0 0 0,-1 1 0 0 0,1 0 0 0 0,0 0 0 0 0,-1 0 0 0 0,1 0 0 0 0,-1 0 0 0 0,1 0 0 0 0,-1-1 0 0 0,1 1 0 0 0,0 0 0 0 0,-1 1 0 0 0,1-1 0 0 0,-1 0 0 0 0,1 0 0 0 0,-1 0 0 0 0,1 0 0 0 0,0 0 0 0 0,-1 1 0 0 0,1-1 0 0 0,0 0 0 0 0,-1 2-6 0 0,0-1 1 0 0,0 0-1 0 0,0 1 0 0 0,0-1 0 0 0,0 1 1 0 0,0-1-1 0 0,0 0 0 0 0,0 1 0 0 0,0-1 1 0 0,-1 1-1 0 0,1-1 0 0 0,-1 3 0 0 0,-10 13-6 0 0,0 1 0 0 0,2 0-1 0 0,-8 21 1 0 0,4-10 8 0 0,-33 55 40 0 0,20-40 64 0 0,21-36-100 0 0,5-7 0 0 0,0-1 0 0 0,-1 0 0 0 0,1 1 0 0 0,0-1 0 0 0,-1 1 0 0 0,1-1 0 0 0,0 1 0 0 0,-1-1 0 0 0,1 1 0 0 0,0-1 0 0 0,0 1 0 0 0,-1-1 0 0 0,1 1 0 0 0,0-1 0 0 0,0 1 0 0 0,0-1 0 0 0,0 1 0 0 0,0-1 0 0 0,0 1 0 0 0,0-1 0 0 0,0 1 0 0 0,0-1 0 0 0,0 1 0 0 0,0 0 0 0 0,0-1 0 0 0,0 1 0 0 0,1-1 0 0 0,-1 1 0 0 0,0-1 0 0 0,0 1 0 0 0,0-1 0 0 0,1 1 0 0 0,-1-1 0 0 0,0 0 0 0 0,1 1 0 0 0,-1-1 0 0 0,0 1 0 0 0,1-1 0 0 0,-1 0 0 0 0,1 1 0 0 0,-1-1 0 0 0,0 0 0 0 0,1 1 0 0 0,0-1 0 0 0,6 9 3 0 0,-7-9-3 0 0,0 0 0 0 0,1 0-1 0 0,-1 0 1 0 0,0 1 0 0 0,0-1 0 0 0,0 0 0 0 0,0 0 0 0 0,0 0-1 0 0,0 1 1 0 0,0-1 0 0 0,0 0 0 0 0,0 0 0 0 0,0 0-1 0 0,0 0 1 0 0,1 0 0 0 0,-1 1 0 0 0,0-1 0 0 0,0 0 0 0 0,0 0-1 0 0,0 0 1 0 0,1 0 0 0 0,-1 0 0 0 0,0 0 0 0 0,0 0 0 0 0,0 0-1 0 0,0 1 1 0 0,1-1 0 0 0,-1 0 0 0 0,0 0 0 0 0,0 0 0 0 0,0 0-1 0 0,0 0 1 0 0,1 0 0 0 0,-1 0 0 0 0,0 0 0 0 0,0 0-1 0 0,0 0 1 0 0,1 0 0 0 0,-1 0 0 0 0,0-1 0 0 0,7-19 57 0 0,27-121-46 0 0,-34 138-11 0 0,1 0 0 0 0,-1 0 0 0 0,0 0 0 0 0,0 0 0 0 0,0 0 0 0 0,0 0 0 0 0,-1 0 0 0 0,1 1 0 0 0,-1-1 0 0 0,1 0 0 0 0,-1 0 0 0 0,0 0 0 0 0,0 1 0 0 0,-1-1 0 0 0,-1-3 0 0 0,3 5 0 0 0,0 1-1 0 0,-1 0 1 0 0,1 0-1 0 0,0 0 0 0 0,0-1 1 0 0,0 1-1 0 0,-1 0 1 0 0,1 0-1 0 0,0-1 0 0 0,0 1 1 0 0,0 0-1 0 0,0 0 0 0 0,0-1 1 0 0,-1 1-1 0 0,1 0 0 0 0,0 0 1 0 0,0-1-1 0 0,0 1 0 0 0,0 0 1 0 0,0-1-1 0 0,0 1 0 0 0,0 0 1 0 0,0 0-1 0 0,0-1 1 0 0,0 1-1 0 0,0 0 0 0 0,0-1 1 0 0,0 1-1 0 0,1 0 0 0 0,-1 0 1 0 0,0-1-1 0 0,0 1 0 0 0,0 0 1 0 0,0 0-1 0 0,0-1 0 0 0,0 1 1 0 0,1 0-1 0 0,-1 0 0 0 0,0 0 1 0 0,0-1-1 0 0,0 1 1 0 0,1 0-1 0 0,-1 0 0 0 0,0 0 1 0 0,0 0-1 0 0,1-1 0 0 0,-1 1 1 0 0,0 0-1 0 0,0 0 0 0 0,1 0 1 0 0,-1 0-1 0 0,0 0 0 0 0,0 0 1 0 0,1 0-1 0 0,-1 0 1 0 0,0 0-1 0 0,1 0 0 0 0,-1 0 1 0 0,0 0-1 0 0,0 0 0 0 0,1 0 1 0 0,-1 0-1 0 0,0 0 0 0 0,1 0 1 0 0,-1 0-1 0 0,0 0 0 0 0,0 0 1 0 0,1 1-1 0 0,5 1-29 0 0,-13-4 16 0 0,7 2 14 0 0,0 1 0 0 0,0-1 0 0 0,0 0 0 0 0,0 0 0 0 0,0 0 0 0 0,0 0 0 0 0,0 0 0 0 0,0 0 0 0 0,0 0 0 0 0,0 0 0 0 0,0 0 0 0 0,0 0 0 0 0,0 0 0 0 0,0 0 0 0 0,0 0 0 0 0,0 0 1 0 0,0 0-1 0 0,0 0 0 0 0,0 0 0 0 0,0 0 0 0 0,-1 0 0 0 0,1 0 0 0 0,0 0 0 0 0,0 0 0 0 0,0 0 0 0 0,0 0 0 0 0,0 0 0 0 0,0 0 0 0 0,0 0 0 0 0,0 0 0 0 0,0 1 0 0 0,0-1 0 0 0,0 0 0 0 0,0-1 0 0 0,0 1 0 0 0,0 0 0 0 0,0 0 0 0 0,0 0 0 0 0,0 0 0 0 0,-1 0 0 0 0,1 0 0 0 0,0 0 0 0 0,3 9-14 0 0,-3-7 8 0 0,0-1 0 0 0,0 1 0 0 0,0 0-1 0 0,-1-1 1 0 0,1 1 0 0 0,0-1 0 0 0,-1 1 0 0 0,0-1 0 0 0,1 1 0 0 0,-2 2 0 0 0,-2 4 6 0 0,-2 35 0 0 0,5-33 0 0 0,0 0 0 0 0,-4 16 0 0 0,-5 5-13 0 0,0-1 0 0 0,-2 0 1 0 0,-1 0-1 0 0,-29 46 0 0 0,35-67 13 0 0,1-1 0 0 0,-1 0 0 0 0,-10 7 0 0 0,12-10 0 0 0,0-1 0 0 0,1 0 0 0 0,-1 1 0 0 0,1 0 0 0 0,0 0 0 0 0,0 0 0 0 0,1 1 0 0 0,-1-1 0 0 0,1 1 0 0 0,0 0 0 0 0,-2 9 0 0 0,4-14 0 0 0,1 0 0 0 0,0 0 0 0 0,0 0 0 0 0,0 0 0 0 0,0 0 0 0 0,0 1 0 0 0,0-1 0 0 0,0 0 0 0 0,1 0 0 0 0,-1 0 0 0 0,0 0 0 0 0,1 0 0 0 0,-1 0 0 0 0,1 0 0 0 0,-1 0 0 0 0,1 0 0 0 0,-1 0 0 0 0,1 0 0 0 0,0 0 0 0 0,-1 0 0 0 0,1 0 0 0 0,0 0 0 0 0,1 1 0 0 0,-1-2 0 0 0,0 1 0 0 0,0 0 0 0 0,0 0 0 0 0,-1 0 0 0 0,1 0 0 0 0,0 1 0 0 0,0-1 0 0 0,-1 0 0 0 0,1 0 0 0 0,-1 0 0 0 0,1 1 0 0 0,-1-1 0 0 0,0 0 0 0 0,1 0 0 0 0,-1 1 0 0 0,0 0 0 0 0,-4-2 1 0 0,-5 0-3 0 0,7-1 5 0 0,6-1 6 0 0,-3 2-2 0 0,-1 0-6 0 0,1 0 1 0 0,-1 0-1 0 0,1 0 0 0 0,-1 0 1 0 0,0 0-1 0 0,1 0 0 0 0,-1 0 0 0 0,1-1 1 0 0,-1 1-1 0 0,0 0 0 0 0,1 0 1 0 0,-1 0-1 0 0,0 0 0 0 0,1-1 1 0 0,-1 1-1 0 0,0 0 0 0 0,1 0 1 0 0,-1-1-1 0 0,0 1 0 0 0,1 0 1 0 0,-1-1-1 0 0,0 1 0 0 0,0 0 1 0 0,1-1-1 0 0,-1 1 0 0 0,0 0 1 0 0,0-1-1 0 0,0 1 0 0 0,1 0 0 0 0,-1-1 1 0 0,0 1-1 0 0,0-1 0 0 0,0 1 1 0 0,0-1-1 0 0,8-18 35 0 0,9-29 1 0 0,-11 27 6 0 0,18-38 1 0 0,-8 27-62 0 0,-6 11-9 0 0,0 1-1 0 0,2 1 1 0 0,16-23-1 0 0,-27 40 33 0 0,7-5-28 0 0,-7 10-21 0 0,-4 10-22 0 0,-4 7 66 0 0,-17 37 0 0 0,-73 150 0 0 0,81-170 0 0 0,-33 89 64 0 0,49-126-64 0 0,0 1 1 0 0,0-1-1 0 0,0 0 1 0 0,0 0-1 0 0,0 0 0 0 0,0 0 1 0 0,0 0-1 0 0,0 0 1 0 0,0 1-1 0 0,0-1 0 0 0,0 0 1 0 0,0 0-1 0 0,0 0 0 0 0,0 0 1 0 0,0 0-1 0 0,0 1 1 0 0,0-1-1 0 0,0 0 0 0 0,0 0 1 0 0,0 0-1 0 0,-1 0 1 0 0,1 0-1 0 0,0 0 0 0 0,0 0 1 0 0,0 1-1 0 0,0-1 0 0 0,0 0 1 0 0,0 0-1 0 0,0 0 1 0 0,0 0-1 0 0,0 0 0 0 0,-1 0 1 0 0,1 0-1 0 0,0 0 1 0 0,0 0-1 0 0,0 0 0 0 0,0 0 1 0 0,0 0-1 0 0,0 1 0 0 0,-1-1 1 0 0,1 0-1 0 0,0 0 1 0 0,0 0-1 0 0,0 0 0 0 0,0 0 1 0 0,0 0-1 0 0,0 0 1 0 0,-1 0-1 0 0,1 0 0 0 0,0 0 1 0 0,0 0-1 0 0,0-1 0 0 0,0 1 1 0 0,0 0-1 0 0,-1 0 1 0 0,1 0-1 0 0,0 0 0 0 0,0 0 1 0 0,0 0-1 0 0,0 0 1 0 0,0 0-1 0 0,0 0 0 0 0,0 0 1 0 0,0 0-1 0 0,-1 0 0 0 0,1-1 1 0 0,0 1-1 0 0,-4-12 66 0 0,1 4-41 0 0,2 5-22 0 0,0 0 0 0 0,0 0 1 0 0,0-1-1 0 0,0 1 0 0 0,1 0 0 0 0,-1-1 0 0 0,1 1 0 0 0,0 0 0 0 0,0-1 0 0 0,0 1 0 0 0,2-7 0 0 0,10-39 30 0 0,-6 31-28 0 0,32-120-5 0 0,-36 132 0 0 0,1 1 0 0 0,0-1 0 0 0,0 0 0 0 0,0 1 0 0 0,0 0 0 0 0,1 0 0 0 0,0 0 0 0 0,6-7 0 0 0,-9 11 0 0 0,0 0 0 0 0,0 0 0 0 0,-1 0 0 0 0,1 1 0 0 0,0-1 0 0 0,-1 0 0 0 0,1 0 0 0 0,-1 0 0 0 0,1 0 0 0 0,-1 0 0 0 0,1 0 0 0 0,-1 0 0 0 0,0 0 0 0 0,0 0 0 0 0,0 0 0 0 0,1-1 0 0 0,-1 1 0 0 0,0 0 0 0 0,0 0 0 0 0,0 0 0 0 0,0 0 0 0 0,-1 0 0 0 0,1-2 0 0 0,-1 1 0 0 0,1 0 0 0 0,0 1 0 0 0,0-1 0 0 0,-1 0 0 0 0,1 1 0 0 0,1-1 0 0 0,-1 1 0 0 0,0-4 0 0 0,1 4 0 0 0,-1 1 0 0 0,0-1 0 0 0,1 0 0 0 0,-1 1 0 0 0,1-1 0 0 0,-1 1 0 0 0,1-1 0 0 0,-1 1 0 0 0,1-1 0 0 0,-1 1 0 0 0,1-1 0 0 0,0 1 0 0 0,-1 0 0 0 0,1-1 0 0 0,0 1 0 0 0,-1 0 0 0 0,1 0 0 0 0,0-1 0 0 0,-1 1 0 0 0,1 0 0 0 0,0 0 0 0 0,-1 0 0 0 0,1 0 0 0 0,1 0 0 0 0,18 0 0 0 0,-21 0 0 0 0,1 0 0 0 0,0 1 0 0 0,-1-1 0 0 0,1 1 1 0 0,-1-1-1 0 0,1 0 0 0 0,0 1 0 0 0,-1-1 0 0 0,1 1 0 0 0,0-1 0 0 0,0 1 0 0 0,-1-1 0 0 0,1 1 0 0 0,0 0 1 0 0,0-1-1 0 0,0 1 0 0 0,0-1 0 0 0,-1 1 0 0 0,1-1 0 0 0,0 1 0 0 0,0 0 0 0 0,0-1 0 0 0,1 2 0 0 0,-5 11-13 0 0,2-10 6 0 0,-1 1 0 0 0,0 0 0 0 0,0-1 0 0 0,0 0 0 0 0,0 0 0 0 0,0 0 0 0 0,-5 3 0 0 0,4-3 8 0 0,-1 1-1 0 0,2-1 1 0 0,-1 1-1 0 0,0 0 1 0 0,-5 7-1 0 0,0 3 0 0 0,2 1 0 0 0,-1 0 0 0 0,2 0 0 0 0,0 0 0 0 0,1 1 0 0 0,-4 18 0 0 0,9-29 0 0 0,-1 1 0 0 0,1 0 0 0 0,0 0 0 0 0,1 0 0 0 0,1 10 0 0 0,-1-11 0 0 0,0 0 0 0 0,-1 1 0 0 0,0-1 0 0 0,0 1 0 0 0,0-1 0 0 0,0 1 0 0 0,-2 8 0 0 0,0-9 7 0 0,2-4-3 0 0,-1 1 1 0 0,0 0 0 0 0,1-1 0 0 0,-1 1 0 0 0,1 0-1 0 0,0 0 1 0 0,0-1 0 0 0,-1 1 0 0 0,1 0-1 0 0,0 0 1 0 0,1 3 0 0 0,-1-5-6 0 0,1 0-1 0 0,-1 0 0 0 0,0 0 1 0 0,0 0-1 0 0,1 0 1 0 0,-1 0-1 0 0,0 0 1 0 0,1 0-1 0 0,-1 0 1 0 0,0 0-1 0 0,1 0 1 0 0,-1 0-1 0 0,0 0 0 0 0,1 0 1 0 0,-1 0-1 0 0,0 0 1 0 0,0 0-1 0 0,1 0 1 0 0,-1 0-1 0 0,0-1 1 0 0,1 1-1 0 0,-1 0 1 0 0,0 0-1 0 0,0 0 1 0 0,1 0-1 0 0,-1-1 0 0 0,0 1 1 0 0,0 0-1 0 0,0 0 1 0 0,1-1-1 0 0,-1 1 1 0 0,0 0-1 0 0,0 0 1 0 0,0-1-1 0 0,0 1 1 0 0,1 0-1 0 0,-1 0 1 0 0,0-1-1 0 0,0 1 0 0 0,0 0 1 0 0,0-1-1 0 0,0 1 1 0 0,0 0-1 0 0,0-1 1 0 0,-1-2 5 0 0,0 0 0 0 0,1 0-1 0 0,-1-1 1 0 0,1 1 0 0 0,0 0 0 0 0,-1 0 0 0 0,1-1 0 0 0,1 1 0 0 0,-1 0 0 0 0,0 0 0 0 0,1-1 0 0 0,0 1-1 0 0,0 0 1 0 0,1-4 0 0 0,4-8-9 0 0,12-23 0 0 0,-11 23 10 0 0,104-189-5 0 0,-109 200 0 0 0,11-15 0 0 0,-13 18 0 0 0,1 1 0 0 0,-1-1 0 0 0,0 0 0 0 0,1 1 0 0 0,-1-1 0 0 0,1 1 0 0 0,-1-1 0 0 0,1 1 0 0 0,-1 0 0 0 0,1-1 0 0 0,0 1 0 0 0,-1-1 0 0 0,1 1 0 0 0,-1 0 0 0 0,1 0 0 0 0,0-1 0 0 0,-1 1 0 0 0,1 0 0 0 0,0 0 0 0 0,-1 0 0 0 0,1 0 0 0 0,0 0 0 0 0,-1 0 0 0 0,2 0 0 0 0,5 2-1 0 0,3 2 3 0 0,-11-2-5 0 0,-5 0-6 0 0,6 0 4 0 0,0-1 0 0 0,0 0 0 0 0,0 0 0 0 0,-1 1 0 0 0,1-1 0 0 0,0 0 0 0 0,1 0-1 0 0,-1 1 1 0 0,0-1 0 0 0,1 2 0 0 0,0 13 8 0 0,-3-2-3 0 0,-1 0 0 0 0,-1 0 0 0 0,0-1 0 0 0,0 1 0 0 0,-8 13 0 0 0,-37 63 0 0 0,28-54 0 0 0,-5 12-3 0 0,-26 45 70 0 0,51-94-65 0 0,0 1 0 0 0,0 0 0 0 0,0 0 0 0 0,0 0-1 0 0,0-1 1 0 0,0 1 0 0 0,1 0 0 0 0,-1-1 0 0 0,0 1 0 0 0,0-1 0 0 0,0 1 0 0 0,0-1 0 0 0,1 1-1 0 0,-1-1 1 0 0,0 0 0 0 0,0 0 0 0 0,0 0-1 0 0,1 1 0 0 0,-1-1 0 0 0,0 1 0 0 0,1 0 0 0 0,-1-1 0 0 0,1 1 0 0 0,0-1 0 0 0,-1 1 0 0 0,1-1 0 0 0,-1 1 0 0 0,1-1 0 0 0,0 1 0 0 0,-1-1 0 0 0,1 0 0 0 0,0 1 0 0 0,-1-1 0 0 0,1 0 0 0 0,0 1 0 0 0,0-1 0 0 0,0 0 0 0 0,0 1 0 0 0,0-1 0 0 0,0 0 0 0 0,0 1 0 0 0,0-1 0 0 0,0 0 0 0 0,0 1 0 0 0,0-1 0 0 0,0 1 0 0 0,0-1 0 0 0,1-1 0 0 0,14-14 19 0 0,-10 11-9 0 0,0 0 0 0 0,-1-1 0 0 0,8-10 0 0 0,30-66-11 0 0,-21 39 0 0 0,30-44 0 0 0,-38 67 0 0 0,-10 15 0 0 0,-1 0 0 0 0,1 0 0 0 0,1 0 0 0 0,-1 0 0 0 0,1 1 0 0 0,-1-1 0 0 0,1 1 0 0 0,1 0 0 0 0,-1 0 0 0 0,8-5 0 0 0,-11 9 0 0 0,-1 0-1 0 0,0 0 0 0 0,0 0 1 0 0,0 0-1 0 0,0 0 1 0 0,0 0-1 0 0,0 0 1 0 0,1 0-1 0 0,-1 0 1 0 0,0 0-1 0 0,0 0 1 0 0,0 0-1 0 0,0 0 0 0 0,0 0 1 0 0,0 0-1 0 0,0 0 1 0 0,1 1-1 0 0,-1-1 1 0 0,0 0-1 0 0,0 0 1 0 0,0 0-1 0 0,0 0 1 0 0,0 0-1 0 0,0 0 1 0 0,0 0-1 0 0,0 0 0 0 0,0 1 1 0 0,1-1-1 0 0,-1 0 1 0 0,0 0-1 0 0,0 0 1 0 0,0 0-1 0 0,0 0 1 0 0,0 0-1 0 0,0 0 1 0 0,0 1-1 0 0,0-1 1 0 0,0 0-1 0 0,0 0 0 0 0,0 0 1 0 0,0 0-1 0 0,0 0 1 0 0,0 1-1 0 0,0-1 1 0 0,0 0-1 0 0,0 0 1 0 0,0 9-36 0 0,0-8 33 0 0,-4 7 3 0 0,-9 2-16 0 0,9-7 9 0 0,0 1 0 0 0,0-1 1 0 0,0 1-1 0 0,1-1 0 0 0,-1 1 0 0 0,-3 5 0 0 0,-48 93 7 0 0,-4 7 0 0 0,52-99 14 0 0,-7 14 36 0 0,15-23-50 0 0,-1-1 0 0 0,0 1 0 0 0,0 0 0 0 0,1 0 0 0 0,-1 0 0 0 0,1 0 0 0 0,-1 0 0 0 0,1 0 0 0 0,-1 0 0 0 0,1-1 0 0 0,0 1 0 0 0,-1 0 0 0 0,1-1 0 0 0,0 1 0 0 0,-1 0 0 0 0,3 0 0 0 0,-3 0 0 0 0,1-1 0 0 0,-1 1 0 0 0,1-1 0 0 0,-1 1 0 0 0,1-1 0 0 0,-1 1 0 0 0,1-1 0 0 0,-1 1 0 0 0,1-1 0 0 0,0 0 0 0 0,-1 0 0 0 0,1 1 0 0 0,-1-1 0 0 0,1 0 0 0 0,0 0 0 0 0,0 0 0 0 0,-1 1 0 0 0,1-1 0 0 0,0 0 0 0 0,-1 0 0 0 0,1 0 0 0 0,0 0 0 0 0,0-1 0 0 0,1-1 0 0 0,-1-1-1 0 0,1 0 1 0 0,-1 0 0 0 0,0-1 0 0 0,0 1-1 0 0,1-6 1 0 0,2-7 13 0 0,0 7-3 0 0,-2 0 0 0 0,1 0 0 0 0,1-12 0 0 0,3-13 3 0 0,4 9-13 0 0,-11 22 0 0 0,-2 2-53 0 0,-2 3-18 0 0,1-2 22 0 0,-2 0-81 0 0,-1-1-1 0 0,0 1 1 0 0,1 0 0 0 0,-7 1 0 0 0,14-1-14 0 0,2-1-254 0 0,1 0 1 0 0,0 0-1 0 0,0 0 1 0 0,-1-1-1 0 0,1 0 1 0 0,0 0-1 0 0,-1 0 1 0 0,0 0-1 0 0,1-1 1 0 0,-1 0-1 0 0,0 0 1 0 0,-1 0-1 0 0,5-4 1 0 0,7-18-7902 0 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13T18:35:33.89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44 6 919 0 0,'-5'4'80'0'0,"2"-1"-80"0"0,1-2 784 0 0,-1-1 144 0 0,0 0 24 0 0,-2 0 8 0 0,-1 0-656 0 0,-1-1-128 0 0,3-4-24 0 0,-1-3-2240 0 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13T18:35:42.62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72 1205 455 0 0,'0'-5'836'0'0,"1"1"-1"0"0,-1 0 1 0 0,1-1-1 0 0,0 1 1 0 0,2-6-1 0 0,2-4 581 0 0,12-20 0 0 0,-1 0-445 0 0,-8 14-390 0 0,-1 0-1 0 0,-2 0 1 0 0,0 0 0 0 0,-1 0-1 0 0,-1-1 1 0 0,1-35-1 0 0,-4 54-519 0 0,0 1 0 0 0,0 0 0 0 0,0-1 0 0 0,-1 1 0 0 0,1 0 0 0 0,0 0-1 0 0,-1 0 1 0 0,1-1 0 0 0,-1 1 0 0 0,1 0 0 0 0,-1 0 0 0 0,1 0 0 0 0,-2-2 0 0 0,1 3-49 0 0,1 0 0 0 0,0-1 1 0 0,0 1-1 0 0,0 0 0 0 0,0 0 1 0 0,-1 0-1 0 0,1 0 0 0 0,0 0 1 0 0,0-1-1 0 0,0 1 0 0 0,-1 0 1 0 0,1 0-1 0 0,0 0 0 0 0,0 0 1 0 0,0 0-1 0 0,-1 0 0 0 0,1 0 1 0 0,0 0-1 0 0,0 0 0 0 0,-1 0 1 0 0,1 0-1 0 0,0 0 0 0 0,0 0 1 0 0,-1 0-1 0 0,1 0 0 0 0,0 0 1 0 0,-1 0-1 0 0,-6 10 390 0 0,2 3 28 0 0,-7 15 30 0 0,-11 35 0 0 0,-29 93 230 0 0,48-143-453 0 0,7-16 230 0 0,10-18 353 0 0,-11 19-784 0 0,45-84-36 0 0,-34 62 0 0 0,-4 9 0 0 0,9-23 0 0 0,-9 15 22 0 0,17-40 106 0 0,-25 56 81 0 0,-7 18 472 0 0,-61 170-155 0 0,26-96-308 0 0,69-183 302 0 0,-20 65-522 0 0,19-55 0 0 0,-6 26 70 0 0,-18 52-70 0 0,0 4 3 0 0,-3 4 20 0 0,-1 4 23 0 0,-8 22-44 0 0,3-5 0 0 0,-23 42 102 0 0,18-40-49 0 0,0 1 0 0 0,2 0 1 0 0,1 0-1 0 0,-8 33 0 0 0,14-51 9 0 0,-1 7 28 0 0,3-11-81 0 0,0 0 0 0 0,0 0 0 0 0,0 0-1 0 0,0 0 1 0 0,0 1 0 0 0,0-1 0 0 0,0 0-1 0 0,0 0 1 0 0,0 0 0 0 0,0 1 0 0 0,0-1-1 0 0,0 0 1 0 0,0 0 0 0 0,0 0 0 0 0,0 0-1 0 0,0 1 1 0 0,0-1 0 0 0,0 0 0 0 0,0 0-1 0 0,0 0 1 0 0,0 0 0 0 0,0 1 0 0 0,1-1-1 0 0,-1 0 1 0 0,0 0 0 0 0,0 0 0 0 0,0 0 0 0 0,0 0-1 0 0,0 1 1 0 0,0-1 0 0 0,1 0 0 0 0,-1 0-1 0 0,0 0 1 0 0,0 0 0 0 0,0 0 0 0 0,0 0-1 0 0,0 0 1 0 0,1 0 0 0 0,-1 0 0 0 0,0 1-1 0 0,0-1 1 0 0,1-1-8 0 0,0 1-1 0 0,0-1 0 0 0,0 0 1 0 0,0 1-1 0 0,0-1 0 0 0,0 0 1 0 0,-1 0-1 0 0,1 1 0 0 0,0-1 1 0 0,-1 0-1 0 0,1 0 0 0 0,-1 0 1 0 0,1 0-1 0 0,-1 0 0 0 0,1 0 1 0 0,-1 0-1 0 0,1-1 0 0 0,5-14-30 0 0,17-33 30 0 0,-17 37 10 0 0,0-1-1 0 0,-1-1 0 0 0,0 1 1 0 0,-1-1-1 0 0,0 0 0 0 0,-1 0 1 0 0,-1 0-1 0 0,1-15 0 0 0,-3 29-4 0 0,0-1 0 0 0,1 1-1 0 0,-1-1 1 0 0,0 1 0 0 0,0-1 0 0 0,0 1-1 0 0,0-1 1 0 0,0 1 0 0 0,0-1 0 0 0,0 0 0 0 0,0 1-1 0 0,-1-1 1 0 0,1 1 0 0 0,0-1 0 0 0,0 1-1 0 0,0-1 1 0 0,0 1 0 0 0,-1-1 0 0 0,1 1-1 0 0,0-1 1 0 0,-1 1 0 0 0,1-1 0 0 0,0 1-1 0 0,-1 0 1 0 0,1-1 0 0 0,0 1 0 0 0,-1-1-1 0 0,1 1 1 0 0,-1 0 0 0 0,1 0 0 0 0,-1-1-1 0 0,1 1 1 0 0,-1 0 0 0 0,1 0 0 0 0,-1-1 0 0 0,1 1-1 0 0,-1 0 1 0 0,1 0 0 0 0,-1 0 0 0 0,1 0-1 0 0,-1 0 1 0 0,1 0 0 0 0,-1 0 0 0 0,0 0-1 0 0,1 0 1 0 0,-1 0 0 0 0,1 0 0 0 0,-1 0-1 0 0,0 0 1 0 0,-2 1 16 0 0,1 0-1 0 0,0 0 0 0 0,0 0 1 0 0,0 1-1 0 0,0-1 0 0 0,0 0 0 0 0,0 1 1 0 0,0-1-1 0 0,-3 4 0 0 0,-6 10-7 0 0,0 1-1 0 0,1 0 0 0 0,1 0 1 0 0,1 1-1 0 0,-9 24 0 0 0,0-2-3 0 0,16-36-9 0 0,0-2 0 0 0,0 1 0 0 0,0-1 0 0 0,1 0 0 0 0,-1 1 0 0 0,0 0 0 0 0,1-1 0 0 0,-1 1 0 0 0,1-1 0 0 0,0 1 0 0 0,-1-1 0 0 0,1 1 0 0 0,0 0 0 0 0,0 2 0 0 0,0-4-2 0 0,1 0-3 0 0,-1 1 0 0 0,1-1-1 0 0,-1 0 1 0 0,0 0 0 0 0,1 0 0 0 0,-1 0 0 0 0,1 0-1 0 0,-1 0 1 0 0,1 0 0 0 0,-1 0 0 0 0,0 0 0 0 0,1 0-1 0 0,-1 0 1 0 0,1-1 0 0 0,-1 1 0 0 0,0 0 0 0 0,1 0-1 0 0,-1 0 1 0 0,1 0 0 0 0,-1-1 0 0 0,0 1 0 0 0,1 0-1 0 0,-1 0 1 0 0,0-1 0 0 0,1 1 0 0 0,3-3-3 0 0,0 1 0 0 0,0-1 0 0 0,0 0 0 0 0,0 0 1 0 0,0 0-1 0 0,-1 0 0 0 0,1 0 0 0 0,-1-1 0 0 0,3-5 0 0 0,11-14 11 0 0,-12 16 13 0 0,0 0 0 0 0,0 0 1 0 0,-1 0-1 0 0,0 0 1 0 0,0-1-1 0 0,3-11 0 0 0,-8 19 15 0 0,-3 4 16 0 0,2-2-38 0 0,1 0-1 0 0,0 1 1 0 0,0-1 0 0 0,0 0 0 0 0,0 0-1 0 0,-1 5 1 0 0,2-6-9 0 0,0 1 0 0 0,-1-1 0 0 0,1 0 0 0 0,-1 1 0 0 0,1-1 0 0 0,-1 0 0 0 0,1 0 0 0 0,-1 1 0 0 0,0-1 0 0 0,1 0 0 0 0,-1 0 0 0 0,0 0 0 0 0,0 0 0 0 0,0 0 0 0 0,0 0 0 0 0,0 0 0 0 0,0 0 0 0 0,0 0 0 0 0,0 0 0 0 0,0 0 0 0 0,-1-1 0 0 0,-1 2 0 0 0,1-2 52 0 0,4-6 32 0 0,34-94-108 0 0,-34 86 56 0 0,-4 10-10 0 0,-4 8-12 0 0,2 4 50 0 0,-3 8-22 0 0,1-1 1 0 0,1 2-1 0 0,-5 22 0 0 0,8-30-50 0 0,0 0 0 0 0,-1 0 0 0 0,1 0-1 0 0,-5 8 1 0 0,7-16 13 0 0,0-1 0 0 0,0 0 1 0 0,0 0-1 0 0,0 0 0 0 0,0 0 0 0 0,0 0 0 0 0,1 0 0 0 0,-1 0 1 0 0,0 0-1 0 0,0 0 0 0 0,0 0 0 0 0,0 0 0 0 0,0 0 0 0 0,0 0 1 0 0,0 0-1 0 0,1 0 0 0 0,-1 0 0 0 0,0 0 0 0 0,0 0 0 0 0,0 0 1 0 0,0 0-1 0 0,0 0 0 0 0,0 0 0 0 0,0 0 0 0 0,0 0 0 0 0,1 0 0 0 0,-1 0 1 0 0,0 0-1 0 0,0 0 0 0 0,0-1 0 0 0,0 1 0 0 0,0 0 0 0 0,0 0 1 0 0,0 0-1 0 0,0 0 0 0 0,0 0 0 0 0,0 0 0 0 0,1 0 0 0 0,-1 0 1 0 0,0 0-1 0 0,0 0 0 0 0,0-1 0 0 0,0 1 0 0 0,0 0 0 0 0,0 0 0 0 0,1-9 1 0 0,0 1-1 0 0,1 0 0 0 0,0 0 1 0 0,0-1-1 0 0,1 1 0 0 0,0 0 0 0 0,4-8 1 0 0,6-15 9 0 0,-4 4 2 0 0,2 0 0 0 0,1 1 1 0 0,1 1-1 0 0,1 0 0 0 0,1 1 1 0 0,1 0-1 0 0,36-39 0 0 0,-3 7 1 0 0,8-9-17 0 0,-51 62 13 0 0,-5 6 12 0 0,-2 5 10 0 0,-15 19 13 0 0,-3 2 46 0 0,-55 57 19 0 0,44-54-84 0 0,23-24-10 0 0,0 0 0 0 0,1 1 0 0 0,-9 13 0 0 0,24-35-6 0 0,0 0 0 0 0,1 1 0 0 0,0 0 0 0 0,1 0 0 0 0,14-11 1 0 0,-11 10-8 0 0,70-62-3 0 0,38-39 0 0 0,-68 57 0 0 0,-42 50-6 0 0,-9 5 16 0 0,-6 4 54 0 0,-7 6-17 0 0,1 0 1 0 0,0 1-1 0 0,1 0 0 0 0,0 0 1 0 0,0 1-1 0 0,-7 12 0 0 0,-3 3 23 0 0,10-15-63 0 0,-5 8 10 0 0,-2 0 0 0 0,0-1 0 0 0,-22 21 0 0 0,-105 69-17 0 0,132-98 0 0 0,8-7 0 0 0,-1 0 0 0 0,1-1 0 0 0,0 1 0 0 0,0 0 0 0 0,-1-1 0 0 0,1 1 0 0 0,-1-1 0 0 0,1 0 0 0 0,-1 0 0 0 0,-4 1 0 0 0,6-2 0 0 0,1 0 0 0 0,0 0 0 0 0,0 0 0 0 0,0-1 0 0 0,0 1 0 0 0,-1 0 0 0 0,1 0 0 0 0,0-1 0 0 0,0 1 0 0 0,0 0 0 0 0,0 0 0 0 0,0-1 0 0 0,0 1 0 0 0,0 0 0 0 0,0 0 0 0 0,0-1 0 0 0,0 1 0 0 0,0 0 0 0 0,0 0 0 0 0,0-1 0 0 0,0 1 0 0 0,0 0 0 0 0,0-1 0 0 0,0 1 0 0 0,0 0 0 0 0,0 0 0 0 0,0-1 0 0 0,0 1 0 0 0,0 0 0 0 0,0 0 0 0 0,1-1 0 0 0,-1 1 0 0 0,0 0 0 0 0,0 0 0 0 0,0 0 0 0 0,1-1 0 0 0,3-10 0 0 0,10-9-22 0 0,27-31-1 0 0,-9 13 4 0 0,9-13 19 0 0,-19 25 0 0 0,-2 0 0 0 0,26-42 0 0 0,-9 6 0 0 0,-53 107 64 0 0,7-19-64 0 0,1-3 0 0 0,-14 30 0 0 0,13-35 6 0 0,4-7 9 0 0,0 0-1 0 0,-1 0 1 0 0,0-1 0 0 0,-12 14 0 0 0,10-14 71 0 0,8-8-92 0 0,-1-1 0 0 0,0 0 0 0 0,0 1-1 0 0,-1-1 1 0 0,1 0 0 0 0,0 0 0 0 0,0 0-1 0 0,0 0 1 0 0,-1 0 0 0 0,-2 2-1 0 0,4-4 9 0 0,0 1 0 0 0,-1-1-1 0 0,1 1 1 0 0,0-1-1 0 0,0 1 1 0 0,0-1-1 0 0,0 1 1 0 0,0-1 0 0 0,-1 0-1 0 0,1 1 1 0 0,0-1-1 0 0,0 1 1 0 0,0-1-1 0 0,0 1 1 0 0,1-1 0 0 0,-1 1-1 0 0,0-1 1 0 0,0 0-1 0 0,0 1 1 0 0,0-1-1 0 0,0 1 1 0 0,1-2-1 0 0,4-7-5 0 0,0 0 0 0 0,1 1-1 0 0,0-1 1 0 0,0 1 0 0 0,13-13-1 0 0,-9 10-4 0 0,-1 1 1 0 0,-1-1-1 0 0,11-17 0 0 0,56-103 9 0 0,-72 127 0 0 0,-1 0 0 0 0,0 1 0 0 0,0-1 0 0 0,0 0 0 0 0,-1 0 0 0 0,1 0 0 0 0,-1 0 0 0 0,1-6 0 0 0,-21 26 139 0 0,-5-2-110 0 0,19-12-25 0 0,1 1-1 0 0,0-1 0 0 0,0 1 1 0 0,0-1-1 0 0,0 1 1 0 0,-4 5-1 0 0,-11 14-27 0 0,-27 44 0 0 0,17-24 8 0 0,26-37 16 0 0,-19 26-5 0 0,-45 48-1 0 0,58-71-36 0 0,-7 6 30 0 0,16-14 12 0 0,-1 1 0 0 0,1-1 0 0 0,-1 0 0 0 0,1 1 0 0 0,0-1 0 0 0,-1 1 1 0 0,1-1-1 0 0,0 1 0 0 0,-1-1 0 0 0,1 1 0 0 0,0-1 0 0 0,0 1 0 0 0,0-1 0 0 0,-1 1 0 0 0,1-1 0 0 0,0 1 0 0 0,0 0 0 0 0,0-1 0 0 0,0 1 0 0 0,0-1 0 0 0,0 1 0 0 0,0-1 0 0 0,0 1 0 0 0,0 0 0 0 0,0 0 0 0 0,1 0 0 0 0,2-2-5 0 0,-1 0-1 0 0,0 0 0 0 0,0 0 1 0 0,0 0-1 0 0,0 0 1 0 0,0 0-1 0 0,0-1 1 0 0,-1 1-1 0 0,1-1 1 0 0,0 0-1 0 0,-1 1 0 0 0,2-3 1 0 0,4-3 5 0 0,11-10 0 0 0,-1-1 0 0 0,-1-2 0 0 0,-1 1 0 0 0,-1-2 0 0 0,0 0 0 0 0,14-30 0 0 0,-25 45 0 0 0,1-2 0 0 0,1-1 0 0 0,0 1 0 0 0,0 0 0 0 0,11-12 0 0 0,-16 20 0 0 0,0 0 0 0 0,0-1 0 0 0,0 1 0 0 0,0 0 0 0 0,0 0 0 0 0,0 0 0 0 0,0 0 0 0 0,0 0 0 0 0,0 0 0 0 0,0 0 0 0 0,0 0 0 0 0,0 0 0 0 0,1 0 0 0 0,-1 0 0 0 0,0 0 0 0 0,0 0 0 0 0,0 0 0 0 0,0 0 0 0 0,0 0 0 0 0,0 0 0 0 0,0-1 0 0 0,0 1 0 0 0,0 0 0 0 0,0 0 0 0 0,0 0 0 0 0,0 0 0 0 0,1 0 0 0 0,-1 0 0 0 0,0 0 0 0 0,0 0 0 0 0,0 0 0 0 0,0 0 0 0 0,0 0 0 0 0,0 0 0 0 0,0 0 0 0 0,0 1 0 0 0,0-1 0 0 0,0 0 0 0 0,0 0 0 0 0,1 0 0 0 0,-1 0 0 0 0,0 0 0 0 0,0 0 0 0 0,0 0 0 0 0,0 0 0 0 0,0 0 0 0 0,0 0 0 0 0,0 0 0 0 0,0 0 0 0 0,0 0 0 0 0,0 0 0 0 0,0 0 0 0 0,0 0 0 0 0,0 0 0 0 0,0 1 0 0 0,0-1 0 0 0,0 0 0 0 0,0 0 0 0 0,0 0 0 0 0,0 0 0 0 0,0 0 0 0 0,0 0 0 0 0,0 0 0 0 0,0 0 0 0 0,0 0 0 0 0,0 0 0 0 0,0 1 0 0 0,-1 14 0 0 0,-1-4 5 0 0,-1-1 1 0 0,0 0-1 0 0,0 0 0 0 0,-1 0 1 0 0,-1 0-1 0 0,1-1 0 0 0,-2 1 1 0 0,1-1-1 0 0,-1 0 0 0 0,0-1 1 0 0,-1 0-1 0 0,0 0 0 0 0,-15 13 1 0 0,-46 39 47 0 0,52-47 11 0 0,15-13-71 0 0,2 0-11 0 0,3-8-10 0 0,15-20 45 0 0,-7 12-34 0 0,-1-2-1 0 0,17-34 1 0 0,-3-7 17 0 0,-24 57-7 0 0,0-2 38 0 0,-9 12 62 0 0,-7 7-85 0 0,-1 0-1 0 0,-20 15 0 0 0,-3-7 54 0 0,-4 3-5 0 0,40-24-56 0 0,3 0 0 0 0,0 0-11 0 0,9-6-159 0 0,0-1 168 0 0,1-1 1 0 0,-1-1-1 0 0,0 0 1 0 0,0 0-1 0 0,-1-1 1 0 0,12-14-1 0 0,-2 2 2 0 0,10-15 0 0 0,-24 30 17 0 0,-8 17 15 0 0,2-8-28 0 0,-2 6 7 0 0,0 0 0 0 0,-1-1-1 0 0,0 1 1 0 0,-1-1 0 0 0,0 0-1 0 0,-8 9 1 0 0,14-17-11 0 0,0-2 0 0 0,3-5 0 0 0,9-11 0 0 0,0 2 0 0 0,-2 0 0 0 0,10-18 0 0 0,-18 30-5 0 0,0 0 1 0 0,0 0-1 0 0,0 1 0 0 0,0-1 0 0 0,0 1 0 0 0,0-1 1 0 0,1 1-1 0 0,-1 0 0 0 0,6-4 0 0 0,5-4-11 0 0,-13 9 16 0 0,-4 10 53 0 0,-7 9-38 0 0,1 1 0 0 0,1 1 0 0 0,1 0 0 0 0,-10 34 0 0 0,18-53-19 0 0,0 0 0 0 0,-1-1 0 0 0,1 1-1 0 0,0 0 1 0 0,0 0 0 0 0,0 0 0 0 0,0 0 0 0 0,0 0-1 0 0,0 0 1 0 0,1 0 0 0 0,-1 0 0 0 0,0 0 0 0 0,1 0-1 0 0,4 1-39 0 0,6-8 14 0 0,-1-4 28 0 0,0-1 0 0 0,0 0-1 0 0,-1-1 1 0 0,14-24 0 0 0,29-70 36 0 0,-2 2 15 0 0,-37 81-26 0 0,1 1 1 0 0,1 1-1 0 0,1 0 1 0 0,21-20-1 0 0,-37 39-23 0 0,0 2 0 0 0,1 0 0 0 0,-1-1 0 0 0,0 1 0 0 0,0 0 0 0 0,0-1 0 0 0,0 1 0 0 0,0 0 0 0 0,0-1 0 0 0,1 1 0 0 0,-1 0 0 0 0,0-1 0 0 0,0 1 0 0 0,1 0 0 0 0,-1-1 0 0 0,0 1 0 0 0,0 0 0 0 0,1 0 0 0 0,-1-1 0 0 0,0 1 0 0 0,1 0 0 0 0,-1 0 0 0 0,0 0 0 0 0,1-1 0 0 0,-1 1 0 0 0,0 0 0 0 0,1 0 0 0 0,-1 0 0 0 0,1 0 0 0 0,-1 0 0 0 0,0 0 0 0 0,1 0 0 0 0,-1 0 0 0 0,0 0 0 0 0,1 0 0 0 0,-1 0 0 0 0,1 0 0 0 0,-1 0 0 0 0,0 0 0 0 0,1 0 0 0 0,-1 0 0 0 0,1 1 0 0 0,0-1 0 0 0,-1 4 0 0 0,-4 6 0 0 0,-44 103 0 0 0,18-46 152 0 0,25-54-152 0 0,11-23-11 0 0,26-36-42 0 0,72-147 53 0 0,-77 148 0 0 0,-14 24 0 0 0,21-44 0 0 0,-34 65 1 0 0,0 0-1 0 0,0 0 1 0 0,-1 0-1 0 0,1 0 0 0 0,0 0 1 0 0,0 0-1 0 0,0 0 1 0 0,0 0-1 0 0,0 0 1 0 0,0 0-1 0 0,0 0 1 0 0,0 0-1 0 0,0 0 1 0 0,0 0-1 0 0,0 0 1 0 0,0 0-1 0 0,0 0 1 0 0,-1 0-1 0 0,1 0 1 0 0,0 0-1 0 0,0 0 1 0 0,0 0-1 0 0,0 0 1 0 0,0 0-1 0 0,0 0 0 0 0,0 0 1 0 0,0 0-1 0 0,0 0 1 0 0,0 0-1 0 0,0 0 1 0 0,0 0-1 0 0,0 0 1 0 0,0 0-1 0 0,0 0 1 0 0,0-1-1 0 0,0 1 1 0 0,0 0-1 0 0,0 0 1 0 0,0 0-1 0 0,0 0 1 0 0,0 0-1 0 0,-11 11 45 0 0,-10 16 37 0 0,-41 98-24 0 0,48-92-59 0 0,-1-1 0 0 0,-2 0 0 0 0,-1-1 0 0 0,-27 33 0 0 0,34-48 3 0 0,8-12 4 0 0,1-1 1 0 0,-1 1-1 0 0,0 0 1 0 0,0-1-1 0 0,0 0 1 0 0,0 0-1 0 0,-8 6 0 0 0,31-42 69 0 0,18-26-87 0 0,-5 9-18 0 0,36-75 0 0 0,-61 110 30 0 0,0 1 0 0 0,12-15 0 0 0,4-7 0 0 0,9-25 0 0 0,-48 76 11 0 0,-27 58 77 0 0,19-32-59 0 0,-5 20-29 0 0,8-19 0 0 0,7-16 0 0 0,-2 6 0 0 0,-1-2 0 0 0,-24 35 0 0 0,37-63 0 0 0,4-5 0 0 0,6-10 0 0 0,-3 6 0 0 0,108-220 0 0 0,-26 75 0 0 0,-158 258 369 0 0,35-36-101 0 0,15-27-481 0 0,-4 7 159 0 0,-44 74-4 0 0,70-124 58 0 0,0 0 1 0 0,0 0-1 0 0,0 0 0 0 0,0 0 1 0 0,0 0-1 0 0,0 0 0 0 0,0 0 1 0 0,0 0-1 0 0,0 0 0 0 0,0 0 1 0 0,0 0-1 0 0,0 0 0 0 0,0 0 1 0 0,0 0-1 0 0,0 0 0 0 0,0 0 1 0 0,0 0-1 0 0,0 0 0 0 0,0 0 1 0 0,0 0-1 0 0,0 0 0 0 0,-1 0 1 0 0,1 0-1 0 0,0 0 0 0 0,0 0 1 0 0,0 0-1 0 0,0 0 0 0 0,0 0 1 0 0,0 0-1 0 0,3-10 22 0 0,6-12 10 0 0,103-178 112 0 0,-65 128-144 0 0,-43 62-5 0 0,-10 13 18 0 0,-11 15 54 0 0,6-2-24 0 0,0 1 1 0 0,-11 25 0 0 0,-2 2 6 0 0,-54 72 14 0 0,77-115-71 0 0,0 0 1 0 0,1 0-1 0 0,-1 1 0 0 0,0-1 1 0 0,1 1-1 0 0,-1-1 0 0 0,1 0 1 0 0,-1 1-1 0 0,1-1 0 0 0,0 3 1 0 0,21-17-73 0 0,-7 0 73 0 0,-1-1-1 0 0,0-1 1 0 0,-1 0 0 0 0,12-18-1 0 0,-5 1-9 0 0,18-39 0 0 0,-25 46 29 0 0,34-80 123 0 0,-46 100-70 0 0,-3 4-65 0 0,1 3 8 0 0,-1 0-1 0 0,1 0 1 0 0,0 0 0 0 0,0 0-1 0 0,0 0 1 0 0,-3 5-1 0 0,-12 13 19 0 0,-51 61 198 0 0,66-79-174 0 0,-1 1-83 0 0,0 0-1 0 0,0 0 1 0 0,0 0-1 0 0,1 1 1 0 0,-4 5-1 0 0,9-13 20 0 0,0 0 1 0 0,0 0-1 0 0,0 0 0 0 0,0 1 0 0 0,8-6 1 0 0,-7 6 0 0 0,-1-1 0 0 0,1 1 1 0 0,-1-1-1 0 0,1 1 1 0 0,-1-1-1 0 0,0 0 1 0 0,0 0-1 0 0,-1-1 1 0 0,4-5-1 0 0,-3-2 40 0 0,-7 18 36 0 0,-9 20 51 0 0,7-14-116 0 0,-1-1 0 0 0,0 1-1 0 0,-1-1 1 0 0,0-1 0 0 0,-16 16 0 0 0,0-11 1 0 0,23-15 0 0 0,0-2 0 0 0,1-4 0 0 0,0 3 5 0 0,1 0 0 0 0,0-1 0 0 0,0 1 0 0 0,0 0 0 0 0,0 0 0 0 0,0 0 0 0 0,1 0-1 0 0,-1 0 1 0 0,1 0 0 0 0,0 0 0 0 0,0 1 0 0 0,2-4 0 0 0,17-21-32 0 0,5-7-10 0 0,-27 35 38 0 0,0-1-1 0 0,1 1 0 0 0,-1-1 1 0 0,0 0-1 0 0,0 0 1 0 0,0 1-1 0 0,1-1 1 0 0,-1 0-1 0 0,0 0 0 0 0,0 0 1 0 0,0 0-1 0 0,0 0 1 0 0,1 0-1 0 0,-1 0 1 0 0,0 0-1 0 0,0-1 0 0 0,0 1 1 0 0,-1 0-1 0 0,0-1 0 0 0,0 1-1 0 0,0-1 1 0 0,0 1 0 0 0,0 0-1 0 0,-1 0 1 0 0,1 0 0 0 0,0 0-1 0 0,0 0 1 0 0,0 0-1 0 0,0 1 1 0 0,0-1 0 0 0,0 1-1 0 0,-3 1 1 0 0,5-2 0 0 0,-1 0 0 0 0,1 0 0 0 0,0 0 0 0 0,0 0 0 0 0,0 0 0 0 0,-1 0 0 0 0,1 0 0 0 0,0 1 0 0 0,0-1-1 0 0,0 0 1 0 0,0 0 0 0 0,-1 0 0 0 0,1 0 0 0 0,0 0 0 0 0,0 1 0 0 0,0-1 0 0 0,0 0 0 0 0,0 0 0 0 0,0 0 0 0 0,-1 1 0 0 0,1-1 0 0 0,0 0 0 0 0,0 0 0 0 0,0 0 0 0 0,0 1 0 0 0,0-1 0 0 0,0 0 0 0 0,0 0 0 0 0,0 0 0 0 0,0 1 0 0 0,0-1 0 0 0,0 0 0 0 0,0 0 0 0 0,0 1 0 0 0,0-1 0 0 0,0 0 0 0 0,0 1 0 0 0,7 6 18 0 0,-2 1 6 0 0,-5-8-24 0 0,0 0 1 0 0,-1 0-1 0 0,1 1 0 0 0,0-1 1 0 0,0 0-1 0 0,0 0 1 0 0,0 1-1 0 0,-1-1 0 0 0,1 0 1 0 0,0 0-1 0 0,0 0 0 0 0,-1 1 1 0 0,1-1-1 0 0,0 0 1 0 0,0 0-1 0 0,-1 0 0 0 0,1 0 1 0 0,0 0-1 0 0,-1 1 0 0 0,1-1 1 0 0,0 0-1 0 0,0 0 0 0 0,-1 0 1 0 0,1 0-1 0 0,0 0 1 0 0,-1 0-1 0 0,1 0 0 0 0,0 0 1 0 0,-1 0-1 0 0,1 0 0 0 0,0 0 1 0 0,-1 0-1 0 0,-15 5 0 0 0,15-5 0 0 0,1 0 0 0 0,-1 0 0 0 0,1 1 0 0 0,-1-1 0 0 0,1 0 0 0 0,-1 0 0 0 0,1 1 0 0 0,0-1 0 0 0,-1 0 0 0 0,1 0 0 0 0,-1 1 0 0 0,1-1 0 0 0,0 0 0 0 0,-1 1 0 0 0,1-1 0 0 0,0 1 0 0 0,0-1 0 0 0,-1 0 0 0 0,1 1 0 0 0,0-1 0 0 0,0 1 0 0 0,-1-1 0 0 0,1 1 0 0 0,0-1 0 0 0,0 1 0 0 0,0-1 0 0 0,0 0 0 0 0,0 1 0 0 0,0-1 0 0 0,0 1 0 0 0,0-1 0 0 0,0 1 0 0 0,0-1 0 0 0,0 1 0 0 0,2 1 0 0 0,0-1 0 0 0,0-1 0 0 0,0 1 0 0 0,-1 0 0 0 0,1 0 0 0 0,0-1 0 0 0,1 1 0 0 0,-1-1 0 0 0,2 1 0 0 0,0-1 0 0 0,1 2 0 0 0,17 2 0 0 0,-22-5 0 0 0,1 1 0 0 0,0 0 0 0 0,0 0 0 0 0,0 0 0 0 0,0-1 0 0 0,0 1 0 0 0,-1-1 0 0 0,1 1 0 0 0,0 0 0 0 0,0-1 0 0 0,-1 1 0 0 0,1-1 0 0 0,0 0 0 0 0,0 1 0 0 0,-1-1 0 0 0,1 0 0 0 0,-1 1 0 0 0,1-1 0 0 0,-1 0 0 0 0,1 1 0 0 0,0-2 0 0 0,34-67 168 0 0,-34 66-168 0 0,0 0 0 0 0,0 1 0 0 0,0 0 0 0 0,0-1 0 0 0,1 1 0 0 0,-1 0 0 0 0,1 0 0 0 0,-1 0 0 0 0,4-4 0 0 0,-5 6 0 0 0,0 0 0 0 0,0 0-1 0 0,0 0 1 0 0,0 0 0 0 0,0 0-1 0 0,0 0 1 0 0,0 0 0 0 0,0 0 0 0 0,0 0-1 0 0,0 0 1 0 0,0 0 0 0 0,0 0 0 0 0,0 0-1 0 0,0 0 1 0 0,0 1 0 0 0,0-1-1 0 0,0 0 1 0 0,0 0 0 0 0,0 0 0 0 0,0 0-1 0 0,0 0 1 0 0,0 0 0 0 0,0 0 0 0 0,0 0-1 0 0,0 0 1 0 0,0 0 0 0 0,0 0-1 0 0,0 0 1 0 0,0 0 0 0 0,0 0 0 0 0,0 0-1 0 0,0 0 1 0 0,0 0 0 0 0,0 0 0 0 0,0 0-1 0 0,0 0 1 0 0,0 0 0 0 0,0 0-1 0 0,0 0 1 0 0,0 0 0 0 0,0 0 0 0 0,0 0-1 0 0,0 0 1 0 0,0 0 0 0 0,0 1 0 0 0,0-1-1 0 0,0 0 1 0 0,0 0 0 0 0,0 0-1 0 0,0 0 1 0 0,0 0 0 0 0,0 0 0 0 0,0 0-1 0 0,0 0 1 0 0,0 0 0 0 0,-5 10-4 0 0,0 2 19 0 0,0 0 0 0 0,-1 0 0 0 0,0 0 0 0 0,-9 13 0 0 0,20-35-29 0 0,-1 1-1 0 0,0-1 1 0 0,-1 0 0 0 0,4-14-1 0 0,-6 19 15 0 0,1-1 0 0 0,0 0 0 0 0,0 1 0 0 0,3-6 0 0 0,-12 36 37 0 0,6-18-38 0 0,-1 0 0 0 0,0 0-1 0 0,-3 7 1 0 0,-3 3 12 0 0,0-2-1 0 0,-1 1 1 0 0,0-1 0 0 0,-1 0-1 0 0,-22 23 1 0 0,26-34-8 0 0,5-13-19 0 0,4 5-38 0 0,0 2 51 0 0,10-11-25 0 0,-1-1 1 0 0,13-16 0 0 0,-19 21 27 0 0,-3 6 0 0 0,-1 0 0 0 0,0 0 0 0 0,0 0 0 0 0,0 0 0 0 0,-1-1 0 0 0,3-6 0 0 0,-3 8 20 0 0,-2 10 24 0 0,-5 15 20 0 0,-1-5-64 0 0,6-26 0 0 0,3-1-11 0 0,0-1 1 0 0,0 1-1 0 0,1 0 0 0 0,1 0 1 0 0,6-14-1 0 0,4-9 11 0 0,-12 28-21 0 0,-5 5 5 0 0,-3 5 53 0 0,-6 20-2 0 0,1-4-6 0 0,-12 21-29 0 0,20-39 21 0 0,4-4-20 0 0,-1 0 0 0 0,0 0 0 0 0,0-1-1 0 0,0 1 1 0 0,0 0 0 0 0,0 0 0 0 0,0 0 0 0 0,0-1-1 0 0,1 1 1 0 0,-1 0 0 0 0,0 0 0 0 0,0 0-1 0 0,0-1 1 0 0,0 1 0 0 0,1 0 0 0 0,-1 0-1 0 0,0 0 1 0 0,0 0 0 0 0,0 0 0 0 0,1 0-1 0 0,-1 0 1 0 0,0-1 0 0 0,0 1 0 0 0,1 0-1 0 0,-1 0 1 0 0,0 0 0 0 0,0 0 0 0 0,1 0-44 0 0,1-3-10 0 0,1-1 43 0 0,-2 3 6 0 0,0-1-1 0 0,0 1 0 0 0,0 0 1 0 0,0-1-1 0 0,-1 1 0 0 0,1-1 1 0 0,0 1-1 0 0,-1-1 0 0 0,1 0 1 0 0,-1 1-1 0 0,1-1 0 0 0,-1 1 1 0 0,1-3-1 0 0,0 0 10 0 0,3-7-16 0 0,-4 11 12 0 0,0 0 1 0 0,0 0-1 0 0,0 0 0 0 0,0 0 0 0 0,0 0 0 0 0,0 0 0 0 0,0 0 0 0 0,0-1 0 0 0,1 1 1 0 0,-1 0-1 0 0,0 0 0 0 0,0 0 0 0 0,0 0 0 0 0,0 0 0 0 0,0 0 0 0 0,0-1 0 0 0,0 1 1 0 0,0 0-1 0 0,0 0 0 0 0,0 0 0 0 0,-1 0 0 0 0,1 0 0 0 0,0-1 0 0 0,0 1 0 0 0,0 0 1 0 0,0 0-1 0 0,0 0 0 0 0,0 0 0 0 0,0 0 0 0 0,0 0 0 0 0,0 0 0 0 0,0-1 0 0 0,0 1 1 0 0,0 0-1 0 0,-1 0 0 0 0,1 0 0 0 0,0 0 0 0 0,0 0 0 0 0,0 0 0 0 0,0 0 0 0 0,0 0 1 0 0,0 0-1 0 0,0 0 0 0 0,-1 0 0 0 0,1 0 0 0 0,0 0 0 0 0,0 0 0 0 0,0 0 0 0 0,0 0 1 0 0,0 0-1 0 0,-1 0 0 0 0,1 0 0 0 0,0 0 0 0 0,0 0 0 0 0,0 0 0 0 0,0 0 0 0 0,0 0 1 0 0,0 0-1 0 0,-1 0 0 0 0,1 0 0 0 0,0 0 0 0 0,-2 8-1 0 0,-1 0 7 0 0,0 0 0 0 0,0 0 0 0 0,-1-1 1 0 0,0 1-1 0 0,-1-1 0 0 0,1 0 0 0 0,-1 0 0 0 0,-11 11 0 0 0,3-6 46 0 0,25-27-42 0 0,4 1-75 0 0,-16 14 64 0 0,0-1 0 0 0,0 1 0 0 0,0 0 0 0 0,0 0 0 0 0,0 0 0 0 0,0 0 0 0 0,0 0 0 0 0,1 0 0 0 0,-1-1 0 0 0,0 1 0 0 0,0 0 0 0 0,0 0 0 0 0,0 0 0 0 0,0 0 0 0 0,0 0 0 0 0,0 0 0 0 0,0 0 0 0 0,0 0 0 0 0,1-1 0 0 0,-1 1 0 0 0,0 0 0 0 0,0 0 0 0 0,0 0 0 0 0,0 0 0 0 0,0 0 0 0 0,0 0 0 0 0,1 0 0 0 0,-1 0 0 0 0,0 0 0 0 0,0 0 0 0 0,0 0 0 0 0,0 0 0 0 0,0 0 0 0 0,0 0 0 0 0,1 0 0 0 0,-1 0 0 0 0,0 0 0 0 0,0 0 0 0 0,0 0 0 0 0,0 0 0 0 0,0 0 0 0 0,1 0 0 0 0,-1 0 0 0 0,0 0 0 0 0,0 0 0 0 0,0 0 0 0 0,0 1 0 0 0,0-1 0 0 0,0 0 0 0 0,0 0 0 0 0,1 0 0 0 0,-1 0 0 0 0,0 0 0 0 0,0 0 0 0 0,1 8 0 0 0,-1-5 81 0 0,0-3-74 0 0,0 0-1 0 0,0 1 1 0 0,0-1 0 0 0,1 0 0 0 0,-1 1 0 0 0,0-1-1 0 0,0 0 1 0 0,0 1 0 0 0,0-1 0 0 0,0 0 0 0 0,0 0 0 0 0,-1 1-1 0 0,1-1 1 0 0,0 0 0 0 0,0 1 0 0 0,0-1 0 0 0,0 0-1 0 0,0 0 1 0 0,0 1 0 0 0,0-1 0 0 0,-1 0 0 0 0,1 0-1 0 0,0 1 1 0 0,0-1 0 0 0,0 0 0 0 0,-1 0 0 0 0,1 0 0 0 0,0 1-1 0 0,0-1 1 0 0,0 0 0 0 0,-1 0 0 0 0,-12 17-49 0 0,-20 35 1 0 0,34-50 41 0 0,9-7 0 0 0,-4 2 0 0 0,0-1 0 0 0,-1 1 0 0 0,1-1 0 0 0,-1-1 0 0 0,0 1 0 0 0,0-1 0 0 0,-1 0 0 0 0,1 0 0 0 0,3-7 0 0 0,-5 8 0 0 0,1-1 0 0 0,-1 1 0 0 0,0 0 0 0 0,7-6 0 0 0,-6 6 0 0 0,-7 13 53 0 0,-2 4-41 0 0,2-6-13 0 0,0-1 1 0 0,0 1 0 0 0,1-1 0 0 0,0 1 0 0 0,-1 12 0 0 0,1-9 0 0 0,-1 0 0 0 0,3-10 0 0 0,0 0 0 0 0,0 0 0 0 0,0 0 0 0 0,0 0 0 0 0,0 0 0 0 0,0 0 0 0 0,0 0 0 0 0,0 0 0 0 0,1 0 0 0 0,-1 0 0 0 0,0 0 0 0 0,0 0 0 0 0,0 0 0 0 0,0 0 0 0 0,0 0 0 0 0,0-1 0 0 0,0 1 0 0 0,0 0 0 0 0,0 0 0 0 0,0 0 0 0 0,0 0 0 0 0,0 0 0 0 0,1 0 0 0 0,-1 0 0 0 0,0 0 0 0 0,0 0 0 0 0,0 0 0 0 0,0 0 0 0 0,0 0 0 0 0,0 0 0 0 0,0 0 0 0 0,0 0 0 0 0,0 0 0 0 0,0 0 0 0 0,0 0 0 0 0,0 0 0 0 0,1 1 0 0 0,-1-1 0 0 0,0 0 0 0 0,0 0 0 0 0,0 0 0 0 0,0 0 0 0 0,0 0 0 0 0,0 0 0 0 0,0 0 0 0 0,0 0 0 0 0,0 0 0 0 0,0 0 0 0 0,0 0 0 0 0,0 0 0 0 0,0 0 0 0 0,0 0 0 0 0,0 0 0 0 0,0 0 0 0 0,0 1 0 0 0,0-1 0 0 0,1-1-11 0 0,2-4-31 0 0,7-12 36 0 0,15-33 1 0 0,-9 14 16 0 0,-4 16-10 0 0,-8 14-7 0 0,-1 0 0 0 0,0 0 0 0 0,0 0 0 0 0,0 0 0 0 0,2-11 0 0 0,-4 17 7 0 0,-1 0 0 0 0,0-1 0 0 0,0 1 0 0 0,0 0-1 0 0,0-1 1 0 0,0 1 0 0 0,0 0 0 0 0,0-1 0 0 0,0 1 0 0 0,0 0 0 0 0,0-1-1 0 0,0 1 1 0 0,0 0 0 0 0,0-1 0 0 0,0 1 0 0 0,0 0 0 0 0,0-1 0 0 0,0 1-1 0 0,0 0 1 0 0,0-1 0 0 0,-1 1 0 0 0,1 0 0 0 0,0-1 0 0 0,0 1 0 0 0,0 0-1 0 0,-1 0 1 0 0,1-1 0 0 0,0 1 0 0 0,0 0 0 0 0,0 0 0 0 0,-1-1 0 0 0,1 1-1 0 0,0 0 1 0 0,-1 0 0 0 0,0 0 4 0 0,0-1 0 0 0,0 1 0 0 0,0 0 0 0 0,0 0 0 0 0,0 1 1 0 0,0-1-1 0 0,1 0 0 0 0,-1 0 0 0 0,0 0 0 0 0,0 1 0 0 0,0-1 0 0 0,-1 1 0 0 0,-2 1 14 0 0,0 0 0 0 0,0 0 1 0 0,1 0-1 0 0,-7 5 0 0 0,2 2-19 0 0,1 0 0 0 0,-7 10 0 0 0,-6 8 0 0 0,16-22 0 0 0,2-2 0 0 0,0-1 0 0 0,0 0 0 0 0,0 1 0 0 0,-1-1 0 0 0,1 0 0 0 0,-4 2 0 0 0,3-2 0 0 0,2-2-11 0 0,0 0-42 0 0,3-4 0 0 0,1 0 52 0 0,-1 0 0 0 0,0 0 0 0 0,0-1-1 0 0,-1 1 1 0 0,1-1 0 0 0,-1 0 0 0 0,0 1 0 0 0,0-1 0 0 0,0-5 0 0 0,-1 9-2 0 0,-1 1 0 0 0,1 0 0 0 0,0-1 1 0 0,-1 1-1 0 0,1 0 0 0 0,0 0 0 0 0,-1-1 0 0 0,1 1 0 0 0,0 0 0 0 0,-1 0 0 0 0,1 0 1 0 0,0 0-1 0 0,-1-1 0 0 0,1 1 0 0 0,-1 0 0 0 0,1 0 0 0 0,-1 0 0 0 0,1 0 0 0 0,0 0 1 0 0,-1 0-1 0 0,1 0 0 0 0,-1 0 0 0 0,1 0 0 0 0,0 0 0 0 0,-1 0 0 0 0,1 0 0 0 0,-1 1 0 0 0,1-1 1 0 0,0 0-1 0 0,-1 0 0 0 0,1 0 0 0 0,-1 0 0 0 0,1 1 0 0 0,0-1 0 0 0,-1 0 0 0 0,1 0 1 0 0,0 1-1 0 0,-1-1 0 0 0,1 0 0 0 0,0 1 0 0 0,0-1 0 0 0,-1 0 0 0 0,1 1 0 0 0,-8 7 36 0 0,1-1-1 0 0,-1 2 0 0 0,-5 8 0 0 0,9-12-24 0 0,1 0 1 0 0,1 0 0 0 0,-1-1 0 0 0,1 2-1 0 0,0-1 1 0 0,0 0 0 0 0,0 0-1 0 0,-1 10 1 0 0,0 0-9 0 0,2-13 0 0 0,0 1 0 0 0,0 0 0 0 0,1-1 0 0 0,-1 1 0 0 0,1-1 0 0 0,0 1 0 0 0,-1 0 0 0 0,1-1 0 0 0,1 1 0 0 0,-1 0 0 0 0,0-1 0 0 0,1 1 0 0 0,-1 0 0 0 0,3 4 0 0 0,-3-7 0 0 0,0 1-1 0 0,0-1 1 0 0,1 0 0 0 0,-1 0-1 0 0,0 1 1 0 0,1-1 0 0 0,-1 0-1 0 0,0 0 1 0 0,1 0 0 0 0,-1 1-1 0 0,0-1 1 0 0,1 0 0 0 0,-1 0-1 0 0,0 0 1 0 0,1 0 0 0 0,-1 0-1 0 0,1 0 1 0 0,-1 0 0 0 0,0 0-1 0 0,1 0 1 0 0,-1 0-1 0 0,0 0 1 0 0,1 0 0 0 0,-1 0-1 0 0,1 0 1 0 0,-1 0 0 0 0,0 0-1 0 0,1-1 1 0 0,15-7-22 0 0,10-14-10 0 0,-14 8 32 0 0,0-1 0 0 0,14-23 0 0 0,-26 37 2 0 0,3-5 140 0 0,-3 6-140 0 0,0 0 0 0 0,0 0 0 0 0,0 0 0 0 0,0 0 0 0 0,0 0 0 0 0,0 0 0 0 0,0 0 0 0 0,0 0 0 0 0,0 0 0 0 0,0 0 0 0 0,0 0 0 0 0,0 0 0 0 0,0 0 0 0 0,-1 0 0 0 0,1 0 0 0 0,0 0 0 0 0,0 0 0 0 0,0 0 0 0 0,0 0 0 0 0,0 0 0 0 0,0 0 0 0 0,0 0 0 0 0,0-1 1 0 0,0 1-1 0 0,0 0 0 0 0,0 0 0 0 0,0 0 0 0 0,0 0 0 0 0,0 0 0 0 0,0 0 0 0 0,0 0 0 0 0,0 0 0 0 0,0 0 0 0 0,0 0 0 0 0,0 0 0 0 0,0 0 0 0 0,0 0 0 0 0,0 0 0 0 0,0 0 0 0 0,0 0 0 0 0,0-1 0 0 0,0 1 0 0 0,0 0 0 0 0,0 0 0 0 0,0 0 0 0 0,-2 2-9 0 0,0-1 6 0 0,0 1 0 0 0,-1 0 0 0 0,1-1 0 0 0,0 1-1 0 0,0 0 1 0 0,0 1 0 0 0,0-1 0 0 0,0 0 0 0 0,1 0 0 0 0,-1 1 0 0 0,1-1 0 0 0,-2 4 0 0 0,0 4-10 0 0,0-1 1 0 0,-1 1-1 0 0,0-1 0 0 0,-1 0 1 0 0,-5 8-1 0 0,8-11 11 0 0,0-5 0 0 0,3-9 0 0 0,1-5 19 0 0,1 1 0 0 0,1-1 0 0 0,0 1 0 0 0,0 0 0 0 0,2 0 0 0 0,-1 1 0 0 0,8-13 0 0 0,-8 17-71 0 0,-1 0 0 0 0,0-1 0 0 0,4-13 0 0 0,-7 20 54 0 0,-1 1 1 0 0,0 0-1 0 0,0 0 1 0 0,0-1-1 0 0,0 1 0 0 0,0 0 1 0 0,0-1-1 0 0,0 1 0 0 0,0 0 1 0 0,0 0-1 0 0,0-1 1 0 0,0 1-1 0 0,0 0 0 0 0,0-1 1 0 0,0 1-1 0 0,0 0 0 0 0,0 0 1 0 0,0-1-1 0 0,0 1 1 0 0,-1 0-1 0 0,1 0 0 0 0,0-1 1 0 0,0 1-1 0 0,0 0 0 0 0,0 0 1 0 0,-1-1-1 0 0,-4 4-2 0 0,-7 9 0 0 0,0 1 0 0 0,0 0 0 0 0,1 1 0 0 0,-10 16 0 0 0,5-7 0 0 0,4-11 104 0 0,10-10-66 0 0,0 0-1 0 0,0 0 1 0 0,0 0 0 0 0,1 0 0 0 0,-1 0-1 0 0,-2 5 1 0 0,3-4 117 0 0,3-6-269 0 0,-2 3-10 0 0,1-4-137 0 0,32-98 237 0 0,-21 81 24 0 0,-12 20 0 0 0,0 1 0 0 0,1-1 0 0 0,-1 1 0 0 0,0-1 0 0 0,0 1 0 0 0,1-1 0 0 0,-1 1 0 0 0,0 0 0 0 0,1-1 0 0 0,-1 1 0 0 0,1-1 0 0 0,-1 1 0 0 0,1 0 0 0 0,-1-1 0 0 0,0 1 0 0 0,1 0 0 0 0,-1 0 0 0 0,1-1 0 0 0,-1 1 0 0 0,1 0 0 0 0,-1 0 0 0 0,1 0 0 0 0,0 0 0 0 0,-1 0 0 0 0,1 0 0 0 0,-1 0 0 0 0,1 0 0 0 0,-1 0 0 0 0,1 0 0 0 0,-1 0 0 0 0,1 0 0 0 0,-1 0 0 0 0,1 0 0 0 0,0 0 0 0 0,-1 0 0 0 0,1 0 0 0 0,-1 1 0 0 0,1-1 0 0 0,-1 0 0 0 0,1 1 0 0 0,0-1 0 0 0,0 1 0 0 0,1 10 0 0 0,-1-4 0 0 0,-1-1 0 0 0,0 0 0 0 0,-1 0 0 0 0,1 1 0 0 0,-3 8 0 0 0,1-4 0 0 0,0 1 0 0 0,1-1 0 0 0,1 18 0 0 0,0-18 0 0 0,0-10 0 0 0,1 1 0 0 0,-1-1 0 0 0,0 1 0 0 0,1-1 0 0 0,-1 1 0 0 0,1-1 0 0 0,-1 1 0 0 0,1-1 0 0 0,1 2 0 0 0,-2-3 0 0 0,0 1 0 0 0,0-1 0 0 0,0 0 0 0 0,0 0 0 0 0,0 0 0 0 0,0 0 0 0 0,0 0 0 0 0,0 0 0 0 0,0 0 0 0 0,1 0 0 0 0,-1 0 0 0 0,0 0 0 0 0,0 1 0 0 0,0-1 0 0 0,0 0 0 0 0,0 0 0 0 0,0 0 0 0 0,0 0 0 0 0,0 0 0 0 0,1 0 0 0 0,-1 0 0 0 0,0 0 0 0 0,0 0 0 0 0,0 0 0 0 0,0 0 0 0 0,0 0 0 0 0,0 0 0 0 0,1 0 0 0 0,-1 0 0 0 0,0 0 0 0 0,0 0 0 0 0,0 0 0 0 0,0 0 0 0 0,0 0 0 0 0,0 0 0 0 0,0 0 0 0 0,1 0 0 0 0,-1 0 0 0 0,0 0 0 0 0,0-1 0 0 0,0 1 0 0 0,0 0 0 0 0,0 0 0 0 0,0 0 0 0 0,0 0 0 0 0,0 0 0 0 0,0 0 0 0 0,1 0 0 0 0,3-16 0 0 0,2-17 0 0 0,14-51 0 0 0,10 5 69 0 0,-30 78-74 0 0,1-5-9 0 0,-7 14 73 0 0,5-5-54 0 0,-1-1-5 0 0,1 1 1 0 0,-1 0 0 0 0,1 0-1 0 0,0-1 1 0 0,0 1-1 0 0,0 0 1 0 0,1 0-1 0 0,-1 0 1 0 0,1 0 0 0 0,-1 4-1 0 0,-7 45-64 0 0,2-9 64 0 0,9-24 0 0 0,-3-19 6 0 0,0 0 1 0 0,0 0-1 0 0,0 0 0 0 0,0 0 0 0 0,0 0 1 0 0,0 0-1 0 0,0 0 0 0 0,0-1 0 0 0,0 1 1 0 0,0 0-1 0 0,0 0 0 0 0,0 0 0 0 0,0 0 1 0 0,0 0-1 0 0,0 0 0 0 0,1 0 0 0 0,-1 0 1 0 0,0 0-1 0 0,0 0 0 0 0,0 0 0 0 0,0 0 1 0 0,0 0-1 0 0,0 0 0 0 0,0 0 0 0 0,0 0 1 0 0,0 0-1 0 0,0 0 0 0 0,0 0 0 0 0,0 0 1 0 0,1 0-1 0 0,-1 0 0 0 0,0 0 0 0 0,0 0 1 0 0,0 0-1 0 0,0 0 0 0 0,0 0 0 0 0,0 0 1 0 0,0 0-1 0 0,0 0 0 0 0,0 0 0 0 0,0 0 1 0 0,0 0-1 0 0,1 0 0 0 0,-1 0 0 0 0,0 0 1 0 0,0 0-1 0 0,0 0 0 0 0,0 0 0 0 0,0 0 1 0 0,0 0-1 0 0,0 0 0 0 0,0 0 0 0 0,0 0 1 0 0,0 0-1 0 0,0 0 0 0 0,0 0 0 0 0,0 0 1 0 0,0 0-1 0 0,0 1 0 0 0,0-1 0 0 0,0 0 1 0 0,0 0-1 0 0,0 0 0 0 0,1 0 0 0 0,-1 0 1 0 0,8-12-421 0 0,4-10 401 0 0,10-25 1 0 0,-15 28 15 0 0,2 0 1 0 0,1 0-1 0 0,22-33 1 0 0,-32 52 10 0 0,1-1-10 0 0,-1 1-1 0 0,0-1 0 0 0,1 0 0 0 0,0 0 0 0 0,-1 1 0 0 0,1-1 0 0 0,-1 1 0 0 0,1-1 0 0 0,0 1 0 0 0,-1-1 0 0 0,1 1 0 0 0,0-1 0 0 0,0 1 0 0 0,1-1 0 0 0,-2 1-3 0 0,0 0 0 0 0,0 0 0 0 0,0 0 0 0 0,0 0 0 0 0,0 0 0 0 0,0 0 0 0 0,0 0 0 0 0,0 0 0 0 0,0 0 0 0 0,0 0 0 0 0,0 0 0 0 0,0 0 0 0 0,0 0 0 0 0,0 0 0 0 0,0 0 0 0 0,1 0 0 0 0,-1 0 0 0 0,0 0 0 0 0,0 0 0 0 0,0 0 0 0 0,0 0 0 0 0,0 0 0 0 0,0 0 0 0 0,0 0 0 0 0,0 1 0 0 0,0-1 0 0 0,0 0 0 0 0,0 0 0 0 0,0 0 0 0 0,0 0 0 0 0,0 0 0 0 0,0 0 0 0 0,0 0 0 0 0,0 0 0 0 0,0 0 0 0 0,0 0 0 0 0,0 0 0 0 0,0 0 0 0 0,0 0 0 0 0,0 0 0 0 0,0 0 0 0 0,0 1 0 0 0,0-1 0 0 0,0 0 0 0 0,0 0 0 0 0,0 0 0 0 0,0 0 0 0 0,0 0 0 0 0,0 0 0 0 0,0 0 0 0 0,0 0 0 0 0,0 0 0 0 0,0 0 0 0 0,0 0 0 0 0,0 0 0 0 0,0 0 0 0 0,-1 0 0 0 0,1 0 0 0 0,0 0 0 0 0,0 0 0 0 0,0 0 0 0 0,0 0 0 0 0,-4 8 0 0 0,-69 136 0 0 0,72-140-1 0 0,-1 0-1 0 0,0 0 1 0 0,1 1-1 0 0,0-1 1 0 0,0 0-1 0 0,1 0 1 0 0,-1 6-1 0 0,33-30-2129 0 0,-15 3 362 0 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13T18:35:59.56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1594 4143 0 0,'1'-9'870'0'0,"1"1"0"0"0,-1 0 0 0 0,1-1 0 0 0,5-11 0 0 0,0-2 182 0 0,77-205 1565 0 0,-55 156-2294 0 0,-9 26-59 0 0,2 1-1 0 0,41-63 1 0 0,71-71 769 0 0,-123 165-913 0 0,-1-1 1 0 0,0 0 0 0 0,10-19-1 0 0,-20 33-103 0 0,0 0-1 0 0,0 0 0 0 0,1 0 1 0 0,-1-1-1 0 0,0 1 1 0 0,0 0-1 0 0,0 0 0 0 0,0 0 1 0 0,0-1-1 0 0,1 1 1 0 0,-1 0-1 0 0,0 0 0 0 0,0-1 1 0 0,0 1-1 0 0,0 0 1 0 0,0 0-1 0 0,0-1 0 0 0,0 1 1 0 0,0 0-1 0 0,0-1 1 0 0,0 1-1 0 0,0 0 0 0 0,0 0 1 0 0,0-1-1 0 0,0 1 1 0 0,0 0-1 0 0,0 0 0 0 0,0-1 1 0 0,0 1-1 0 0,0 0 1 0 0,0 0-1 0 0,0-1 0 0 0,-1 1 1 0 0,1 0-1 0 0,0 0 1 0 0,0-1-1 0 0,0 1 0 0 0,0 0 1 0 0,-1 0-1 0 0,1 0 1 0 0,0 0-1 0 0,0-1 0 0 0,-1 1 1 0 0,-13 3 661 0 0,-16 15 200 0 0,9 3-713 0 0,1 0 0 0 0,1 1 0 0 0,-19 28 0 0 0,18-23-127 0 0,-20 29-98 0 0,4 2 0 0 0,1 2 0 0 0,-31 75 0 0 0,65-131 65 0 0,-2 0 3 0 0,1 0 1 0 0,1 1-1 0 0,-1-1 1 0 0,1 1-1 0 0,0-1 1 0 0,-2 10-1 0 0,6-13-8 0 0,2-4 0 0 0,3-5 0 0 0,-1-1 0 0 0,0-1 0 0 0,-1 0 0 0 0,0-1 0 0 0,6-17 0 0 0,-1 4 0 0 0,6-10 49 0 0,3 1-1 0 0,45-61 1 0 0,60-49 320 0 0,-104 123-361 0 0,-19 19-1 0 0,0-1-1 0 0,0 1 1 0 0,-1 0 0 0 0,1-1-1 0 0,0 1 1 0 0,0 0 0 0 0,0 0-1 0 0,0 0 1 0 0,0 1 0 0 0,0-1-1 0 0,3 0 1 0 0,-5 1-3 0 0,0 0 0 0 0,0 1 0 0 0,0-1 0 0 0,0 0 1 0 0,0 1-1 0 0,0-1 0 0 0,0 0 0 0 0,0 0 0 0 0,0 1 0 0 0,0-1 0 0 0,0 0 1 0 0,0 1-1 0 0,0-1 0 0 0,0 0 0 0 0,0 0 0 0 0,0 1 0 0 0,0-1 0 0 0,0 0 1 0 0,-1 0-1 0 0,1 1 0 0 0,0-1 0 0 0,0 0 0 0 0,0 0 0 0 0,0 1 0 0 0,-1-1 1 0 0,1 0-1 0 0,0 0 0 0 0,0 0 0 0 0,0 1 0 0 0,-1-1 0 0 0,-6 9 55 0 0,-39 55 172 0 0,-56 102 1 0 0,37-56-229 0 0,10-13 61 0 0,52-83-64 0 0,2-9 0 0 0,2-7 0 0 0,14-14 0 0 0,1-7 61 0 0,-2 0-1 0 0,0-1 1 0 0,16-39 0 0 0,4-7 136 0 0,70-120 19 0 0,-95 177-217 0 0,-8 11 9 0 0,1 0 0 0 0,-1 0 0 0 0,1-1 1 0 0,-1 1-1 0 0,0 0 0 0 0,1-1 0 0 0,-1-2 0 0 0,-2 2 109 0 0,-5 4-55 0 0,-4 4-17 0 0,-2 5 12 0 0,1 0 0 0 0,0 0 0 0 0,0 1 0 0 0,1 1 0 0 0,-10 14 0 0 0,16-20-55 0 0,-23 31-8 0 0,1 1 0 0 0,-20 44 0 0 0,-34 87-50 0 0,35-72 58 0 0,22-59-2 0 0,183-341 704 0 0,-126 244-584 0 0,3 1 0 0 0,2 2 0 0 0,2 2 0 0 0,50-50 0 0 0,-80 92-93 0 0,-1 0 0 0 0,0-1 0 0 0,-1 0 0 0 0,0-1 0 0 0,10-22 0 0 0,25-76 117 0 0,-18 39-62 0 0,-45 127 33 0 0,9-26-14 0 0,0 0 0 0 0,-2-1 0 0 0,-1 0 0 0 0,-19 29 0 0 0,-1-14-148 0 0,-67 66 0 0 0,0 0-11 0 0,71-74 58 0 0,2 2 0 0 0,1 1 0 0 0,2 1 0 0 0,1 1 0 0 0,-19 47 0 0 0,26-47 0 0 0,84-203-53 0 0,-53 132 51 0 0,2 2 0 0 0,1 0 0 0 0,2 1 0 0 0,28-33 0 0 0,-5 14 33 0 0,68-59 1 0 0,-96 94-16 0 0,0-2 0 0 0,-1 0 0 0 0,-1 0 0 0 0,-1-1 0 0 0,0-1 0 0 0,-1 0 0 0 0,0-1 0 0 0,9-23 0 0 0,-20 41-13 0 0,0 0 0 0 0,0 0-1 0 0,0 0 1 0 0,0 0 0 0 0,0 0-1 0 0,0 0 1 0 0,0 0 0 0 0,0 0-1 0 0,0 0 1 0 0,0 0 0 0 0,0 0 0 0 0,0 0-1 0 0,0 0 1 0 0,0 0 0 0 0,-1 0-1 0 0,1 0 1 0 0,0 0 0 0 0,0 0-1 0 0,0 0 1 0 0,0 0 0 0 0,0 0 0 0 0,0 0-1 0 0,0 0 1 0 0,0 0 0 0 0,0 0-1 0 0,0 0 1 0 0,0 0 0 0 0,0 0-1 0 0,0 0 1 0 0,0 0 0 0 0,0 0 0 0 0,0 0-1 0 0,0-1 1 0 0,0 1 0 0 0,0 0-1 0 0,0 0 1 0 0,0 0 0 0 0,0 0-1 0 0,0 0 1 0 0,0 0 0 0 0,0 0 0 0 0,0 0-1 0 0,0 0 1 0 0,-7 6 117 0 0,-14 18 77 0 0,8-10-137 0 0,-182 167 153 0 0,177-165-210 0 0,-10 8-3 0 0,2 2 0 0 0,1 2 0 0 0,1 0 0 0 0,1 1 0 0 0,2 1 0 0 0,-29 53 0 0 0,66-112-70 0 0,29-44 0 0 0,-19 40 65 0 0,1 1 0 0 0,33-30 0 0 0,68-51 8 0 0,-110 98-3 0 0,0-2 0 0 0,28-34 0 0 0,-38 40 0 0 0,-1 1 0 0 0,0-2 0 0 0,0 1 0 0 0,-1-1 0 0 0,-1 1 0 0 0,8-25 0 0 0,-7 7 64 0 0,-26 56 255 0 0,0 4-240 0 0,-1-2-1 0 0,-46 48 1 0 0,-62 40-98 0 0,94-88 19 0 0,2 2 0 0 0,0 1 0 0 0,-39 52 0 0 0,66-77 0 0 0,8-13 0 0 0,9-17 0 0 0,-10 21 0 0 0,14-22 0 0 0,0 1 0 0 0,2 0 0 0 0,0 1 0 0 0,1 0 0 0 0,23-19 0 0 0,33-22 0 0 0,-8 8 0 0 0,-56 45 0 0 0,62-60 0 0 0,-62 58 0 0 0,1 0 0 0 0,-2-1 0 0 0,0 0 0 0 0,10-18 0 0 0,-19 31 0 0 0,0 0 0 0 0,0 0 0 0 0,0 0 0 0 0,0 0 0 0 0,0 0 0 0 0,0 0-1 0 0,0 0 1 0 0,0 0 0 0 0,0 0 0 0 0,0 0 0 0 0,0 0 0 0 0,0 0 0 0 0,0 0 0 0 0,0 1 0 0 0,0-1 0 0 0,0 0 0 0 0,0 0-1 0 0,0 0 1 0 0,0 0 0 0 0,0 0 0 0 0,1 0 0 0 0,-1 0 0 0 0,0 0 0 0 0,0 0 0 0 0,0 0 0 0 0,0 0 0 0 0,0 0 0 0 0,0 0-1 0 0,0 0 1 0 0,0 0 0 0 0,0 0 0 0 0,0 0 0 0 0,0 0 0 0 0,1 0 0 0 0,-1 0 0 0 0,0 0 0 0 0,0 0 0 0 0,0 0-1 0 0,0 0 1 0 0,0 0 0 0 0,0 0 0 0 0,0 0 0 0 0,0 0 0 0 0,0 0 0 0 0,0 0 0 0 0,0 0 0 0 0,0 0 0 0 0,0 0 0 0 0,1 0-1 0 0,-1-1 1 0 0,0 1 0 0 0,0 0 0 0 0,0 0 0 0 0,0 0 0 0 0,0 0 0 0 0,0 0 0 0 0,0 0 0 0 0,-1 3 8 0 0,1-1 1 0 0,-1 1 0 0 0,1-1-1 0 0,-1 1 1 0 0,0-1 0 0 0,0 1-1 0 0,-2 2 1 0 0,-10 20 4 0 0,-1-1 0 0 0,-1 0 0 0 0,-1-1-1 0 0,-34 38 1 0 0,45-56-13 0 0,-86 84 0 0 0,76-77 0 0 0,5-5 0 0 0,1 1 0 0 0,0 1 0 0 0,-11 12 0 0 0,17-19 0 0 0,2-1 0 0 0,4-9 0 0 0,7-9 9 0 0,0 0 0 0 0,1 1 0 0 0,0 0 0 0 0,2 1 0 0 0,20-20-1 0 0,-14 15-4 0 0,-1-1 0 0 0,30-45-1 0 0,-47 65-3 0 0,3-5 0 0 0,-8 11 13 0 0,-1 0 0 0 0,1 1 0 0 0,-6 9 1 0 0,1-2-3 0 0,-54 99-11 0 0,52-92 0 0 0,8-14 0 0 0,0 1 0 0 0,0-1 0 0 0,1 0 0 0 0,0 1 0 0 0,-2 11 0 0 0,3-17 0 0 0,1 0 0 0 0,0 0 0 0 0,0 1 0 0 0,-1-1 0 0 0,1 0 0 0 0,0 0 0 0 0,0 1 0 0 0,0-1 0 0 0,1 0 0 0 0,-1 0 0 0 0,0 1 0 0 0,0-1 0 0 0,1 0 0 0 0,-1 0 0 0 0,1 0 0 0 0,-1 0 0 0 0,1 1 0 0 0,-1-1 0 0 0,1 0 0 0 0,-1 0 0 0 0,1 0 0 0 0,0 0 0 0 0,0 0 0 0 0,0 0 0 0 0,0-1 0 0 0,0 1 0 0 0,-1 0 0 0 0,1 0 0 0 0,1-1 0 0 0,-1 1 0 0 0,0 0 0 0 0,0-1 0 0 0,0 1 0 0 0,0-1 0 0 0,0 1 0 0 0,0-1 0 0 0,3 1 0 0 0,-2-1 0 0 0,1 0 0 0 0,-1 0 0 0 0,0 0 0 0 0,1 0 0 0 0,-1-1 0 0 0,1 1 0 0 0,-1 0 0 0 0,0-1 0 0 0,1 0 0 0 0,-1 0 0 0 0,0 1 0 0 0,0-1 0 0 0,0-1 0 0 0,0 1 0 0 0,4-2 0 0 0,2-3 0 0 0,0-1 0 0 0,10-10 0 0 0,-3 2 0 0 0,92-80 87 0 0,-103 92-89 0 0,-1 0 1 0 0,0-1-1 0 0,0 1 0 0 0,-1-1 1 0 0,1 1-1 0 0,-1-1 0 0 0,1 0 1 0 0,2-9-1 0 0,-5 14 4 0 0,0-1-1 0 0,0 0 1 0 0,0 0 0 0 0,0 0-1 0 0,0 0 1 0 0,0 0 0 0 0,0 0-1 0 0,0 0 1 0 0,0 0 0 0 0,0 0-1 0 0,0 0 1 0 0,0 0-1 0 0,0 0 1 0 0,-1 0 0 0 0,1 0-1 0 0,0 0 1 0 0,0 0 0 0 0,0 0-1 0 0,0 0 1 0 0,0 0 0 0 0,0 0-1 0 0,0 0 1 0 0,0 0-1 0 0,0 0 1 0 0,0 0 0 0 0,0 0-1 0 0,0 0 1 0 0,0 0 0 0 0,0 0-1 0 0,0 0 1 0 0,0 0 0 0 0,0 0-1 0 0,0 0 1 0 0,0 0-1 0 0,0 0 1 0 0,0 0 0 0 0,0 0-1 0 0,0 0 1 0 0,0 0 0 0 0,0-1-1 0 0,0 1 1 0 0,0 0 0 0 0,0 0-1 0 0,0 0 1 0 0,0 0-1 0 0,0 0 1 0 0,-1 0 0 0 0,1 0-1 0 0,0 0 1 0 0,0 0 0 0 0,0 0-1 0 0,0 0 1 0 0,0 0-1 0 0,-10 13 126 0 0,-52 59-47 0 0,45-55-82 0 0,1 2 1 0 0,0 0 0 0 0,1 0-1 0 0,-17 31 1 0 0,28-43-13 0 0,-8 15 55 0 0,12-21-42 0 0,0-1 0 0 0,-1 1-1 0 0,1 0 1 0 0,0-1 0 0 0,0 1 0 0 0,0-1-1 0 0,-1 1 1 0 0,1 0 0 0 0,0-1 0 0 0,0 1-1 0 0,0 0 1 0 0,0-1 0 0 0,0 1 0 0 0,0 0-1 0 0,0-1 1 0 0,0 1 0 0 0,0 0 0 0 0,0-1-1 0 0,1 1 1 0 0,-1-1 0 0 0,0 1 0 0 0,0 0-1 0 0,0-1 1 0 0,1 1 0 0 0,-1-1 0 0 0,0 1-1 0 0,1-1 1 0 0,0 2 0 0 0,0-2-4 0 0,0 0 1 0 0,0 1 0 0 0,-1-1-1 0 0,1 0 1 0 0,0 0 0 0 0,0 0-1 0 0,0 0 1 0 0,0 0 0 0 0,0 0-1 0 0,-1-1 1 0 0,1 1 0 0 0,0 0-1 0 0,0 0 1 0 0,0 0 0 0 0,0-1-1 0 0,-1 1 1 0 0,1 0 0 0 0,1-2-1 0 0,15-8 1 0 0,4-5 4 0 0,-1-1 0 0 0,0-1-1 0 0,17-20 1 0 0,-25 24 2 0 0,-1 0 0 0 0,0-1 0 0 0,-1 0 0 0 0,-1-1 0 0 0,11-24 0 0 0,10-39 62 0 0,-29 75-32 0 0,-1-1-11 0 0,-12 23 54 0 0,0 2-39 0 0,-1-1 0 0 0,-1-1 1 0 0,-1 0-1 0 0,-31 31 0 0 0,-97 85-196 0 0,86-79 160 0 0,57-56 0 0 0,0 0 0 0 0,0 0 0 0 0,0 1 0 0 0,0-1 0 0 0,-1 0 0 0 0,1 0 0 0 0,0 0 0 0 0,0 0 0 0 0,0 0 0 0 0,0 0 0 0 0,0 1 0 0 0,0-1 0 0 0,0 0 0 0 0,0 0 0 0 0,0 0 0 0 0,-1 0 0 0 0,1 0 0 0 0,0 0 0 0 0,0 0 0 0 0,0 1 0 0 0,0-1 0 0 0,0 0 0 0 0,-1 0 0 0 0,1 0 0 0 0,0 0 0 0 0,0 0 0 0 0,0 0 0 0 0,0 0 0 0 0,0 0 0 0 0,-1 0 0 0 0,1 0 0 0 0,0 0 0 0 0,0 0 0 0 0,0 0 0 0 0,0 0 0 0 0,-1 0 0 0 0,1 0 0 0 0,0 0 0 0 0,0 0 0 0 0,0 0 0 0 0,0 0 0 0 0,0 0 0 0 0,-1-1 0 0 0,1 1 0 0 0,0 0 0 0 0,0 0 0 0 0,0 0 0 0 0,0 0 0 0 0,0 0 0 0 0,-1 0 0 0 0,1 0 0 0 0,0-1 0 0 0,2-10 0 0 0,7-16 0 0 0,11-15 0 0 0,2 0 0 0 0,1 1 0 0 0,33-43 0 0 0,-55 83 0 0 0,69-95 0 0 0,-61 82 0 0 0,-1 0 0 0 0,-1 0 0 0 0,0-1 0 0 0,-1 0 0 0 0,5-20 0 0 0,-7 21 0 0 0,-3 10 0 0 0,1-1 0 0 0,-1 1 0 0 0,0-1 0 0 0,0-6 0 0 0,-3 8 6 0 0,-2 6 27 0 0,-5 6 43 0 0,9-9-74 0 0,-8 11 18 0 0,1-1-1 0 0,-9 17 1 0 0,0 0-4 0 0,-80 106-16 0 0,87-122 0 0 0,5-6 0 0 0,3-3 0 0 0,-1 0 0 0 0,1 0 0 0 0,-1 0 0 0 0,0 0 0 0 0,0 0 0 0 0,0 0 0 0 0,0 0 0 0 0,-1 0 0 0 0,-2 1 0 0 0,14-10 0 0 0,0 0 0 0 0,-1 0 0 0 0,10-12 0 0 0,4-3 0 0 0,-5 6 0 0 0,-1 0 0 0 0,-1-2 0 0 0,14-20 0 0 0,-21 26 0 0 0,0 0 0 0 0,-1-1 0 0 0,-1 0 0 0 0,0 0 0 0 0,-1-1 0 0 0,4-15 0 0 0,-8 22 7 0 0,-2 8 9 0 0,-5 12 28 0 0,4-6-26 0 0,-7 10-18 0 0,0 0 0 0 0,-1 0 0 0 0,0-1 0 0 0,-26 29 0 0 0,14-21-7 0 0,-1-1 0 0 0,-31 24 0 0 0,37-34 7 0 0,-24 12 0 0 0,27-18 0 0 0,1 2 0 0 0,-1 0 0 0 0,-21 19 0 0 0,48-39-51 0 0,1 1-1 0 0,27-15 1 0 0,18-13-51 0 0,-31 16 102 0 0,0-2 0 0 0,29-30 0 0 0,-43 38 0 0 0,0-1 0 0 0,-1 0 0 0 0,-1-1 0 0 0,20-38 0 0 0,-23 33-3 0 0,-8 16 22 0 0,1 1-1 0 0,1 1 0 0 0,5-11 1 0 0,-6 13 10 0 0,-2 5-9 0 0,-1 4-4 0 0,-2-1-16 0 0,-56 103 27 0 0,49-93-19 0 0,0-1-1 0 0,-1 0 1 0 0,-1 0 0 0 0,0-2 0 0 0,-14 13-1 0 0,-16 14 74 0 0,28-25-81 0 0,0-1 0 0 0,-1 0 1 0 0,-21 13-1 0 0,33-22-64 0 0,11-5 24 0 0,15-5 2 0 0,-6-2 13 0 0,1 0-1 0 0,-1-1 0 0 0,23-17 0 0 0,-13 8 12 0 0,-14 9 14 0 0,0-1 0 0 0,-1 0 0 0 0,0-1 0 0 0,-1 0 0 0 0,0-1 0 0 0,16-23 0 0 0,47-88 0 0 0,-48 76 0 0 0,-22 41 0 0 0,1-1 1 0 0,-1-1 1 0 0,0 1-1 0 0,0-1 0 0 0,-1 0 1 0 0,1-1-1 0 0,-2 1 0 0 0,4-16 1 0 0,-6 21 23 0 0,0-12 70 0 0,-3 14-55 0 0,-4 9 8 0 0,-14 25-20 0 0,2 1 0 0 0,-30 72 0 0 0,-9 18-191 0 0,49-111 153 0 0,1 0-1 0 0,-2-1 0 0 0,0 1 1 0 0,0-2-1 0 0,-1 0 1 0 0,0 0-1 0 0,-18 12 1 0 0,-98 58-80 0 0,29-21 60 0 0,85-50 30 0 0,9-7 0 0 0,1 0 0 0 0,-1 0 0 0 0,0 0 0 0 0,-1-1 0 0 0,1 0 0 0 0,-8 4 0 0 0,12-6 0 0 0,0 0 0 0 0,0 0 0 0 0,0 0 0 0 0,-1 0 0 0 0,1 0 0 0 0,0 0 0 0 0,0 0 0 0 0,0 0 0 0 0,0 0 0 0 0,0 0 0 0 0,0 0 0 0 0,0 0 0 0 0,0 0 0 0 0,0 0 0 0 0,0 0 0 0 0,0 0 0 0 0,0 0 0 0 0,-1 0 0 0 0,1 0 0 0 0,0 0 0 0 0,0 0 0 0 0,0 0 0 0 0,0 0 0 0 0,0 0 0 0 0,0 0 0 0 0,0-1 0 0 0,0 1 0 0 0,0 0 0 0 0,0 0 0 0 0,0 0 0 0 0,0 0 0 0 0,0 0 0 0 0,0 0 0 0 0,0 0 0 0 0,0 0 0 0 0,0 0 0 0 0,0 0 0 0 0,0 0 0 0 0,0 0 0 0 0,0 0 0 0 0,0-1 0 0 0,0 1 0 0 0,0 0 0 0 0,0 0 0 0 0,0 0 0 0 0,0 0 0 0 0,0 0 0 0 0,0 0 0 0 0,0 0 0 0 0,0 0 0 0 0,0 0 0 0 0,0 0 0 0 0,0 0 0 0 0,0 0 0 0 0,0 0 0 0 0,0-1 0 0 0,3-7 0 0 0,6-7 0 0 0,9-10 0 0 0,1 1 0 0 0,2 1 0 0 0,36-32 0 0 0,23-27 0 0 0,-75 76 0 0 0,22-26 0 0 0,56-51 0 0 0,-83 83 0 0 0,1-1 1 0 0,-1 1-1 0 0,0 0 0 0 0,0 0 0 0 0,0-1 0 0 0,1 1 1 0 0,-1 0-1 0 0,0 0 0 0 0,0-1 0 0 0,1 1 0 0 0,-1 0 1 0 0,0 0-1 0 0,0 0 0 0 0,1 0 0 0 0,-1 0 0 0 0,0-1 1 0 0,0 1-1 0 0,1 0 0 0 0,-1 0 0 0 0,0 0 0 0 0,1 0 1 0 0,-1 0-1 0 0,0 0 0 0 0,1 0 0 0 0,-1 0 0 0 0,0 0 1 0 0,1 0-1 0 0,-1 0 0 0 0,0 0 0 0 0,1 0 0 0 0,-1 0 1 0 0,0 0-1 0 0,0 1 0 0 0,1-1 0 0 0,-1 0 0 0 0,1 12 19 0 0,-8 16 28 0 0,-4-5-31 0 0,-1-1 0 0 0,0 0 0 0 0,-2-1 0 0 0,-1 0 0 0 0,0-1-1 0 0,-33 32 1 0 0,35-41-16 0 0,10-8 0 0 0,0-1 0 0 0,0 1 0 0 0,0 0 0 0 0,0-1 0 0 0,0 1 0 0 0,1 0 0 0 0,-1 1 0 0 0,1-1 0 0 0,-3 7 0 0 0,5-10 1 0 0,0 0 0 0 0,0 0 0 0 0,0 0-1 0 0,0 0 1 0 0,0 0 0 0 0,0 0 0 0 0,0 1 0 0 0,0-1-1 0 0,1 0 1 0 0,-1 0 0 0 0,0 0 0 0 0,0 0 0 0 0,0 0-1 0 0,0 0 1 0 0,0 0 0 0 0,0 0 0 0 0,1 0 0 0 0,-1 0-1 0 0,0 0 1 0 0,0 0 0 0 0,0 0 0 0 0,0 0 0 0 0,1 0-1 0 0,-1 0 1 0 0,0 0 0 0 0,0 0 0 0 0,0 0 0 0 0,0 0-1 0 0,0 0 1 0 0,1 0 0 0 0,-1 0 0 0 0,0 0 0 0 0,0 0-1 0 0,0 0 1 0 0,0 0 0 0 0,0 0 0 0 0,1 0 0 0 0,-1 0-1 0 0,0 0 1 0 0,20-10 31 0 0,-15 8-30 0 0,0-2 0 0 0,-1 1 0 0 0,0 0-1 0 0,0-1 1 0 0,0 1 0 0 0,0-1 0 0 0,6-8 0 0 0,10-18 126 0 0,25-51 1 0 0,-43 78-130 0 0,-1 1 3 0 0,0 0-1 0 0,0 1 0 0 0,0-1 0 0 0,0 0 0 0 0,-1 0 0 0 0,1 0 0 0 0,-1 0 0 0 0,1 0 0 0 0,-1 0 0 0 0,1 0 0 0 0,-1-3 0 0 0,-1 5 4 0 0,1 0 0 0 0,-1 0 0 0 0,0 0 0 0 0,1 0 0 0 0,-1 0 0 0 0,0 1 0 0 0,1-1-1 0 0,-1 0 1 0 0,0 0 0 0 0,1 0 0 0 0,-1 1 0 0 0,1-1 0 0 0,-1 0 0 0 0,0 0 0 0 0,1 1 0 0 0,-1-1 0 0 0,1 0 0 0 0,-1 1-1 0 0,1-1 1 0 0,-1 1 0 0 0,1-1 0 0 0,-1 2 0 0 0,-1-1 6 0 0,-8 6-18 0 0,0 1 0 0 0,0 0 0 0 0,1 0 0 0 0,0 1 0 0 0,1 0 0 0 0,-11 15 0 0 0,6-8-4 0 0,-16 15-1 0 0,12-15-16 0 0,9-10 17 0 0,1 1 0 0 0,0 0 0 0 0,-12 14 0 0 0,55-32-2 0 0,-19 1 4 0 0,-1 0 0 0 0,0 0 1 0 0,0-2-1 0 0,15-15 0 0 0,-5 3-2 0 0,30-39-1 0 0,-45 48 12 0 0,0 0 0 0 0,-1-1 0 0 0,13-28 0 0 0,17-55 0 0 0,-21 48 0 0 0,-3 6 280 0 0,-17 47-237 0 0,-1-1-49 0 0,1 1 1 0 0,-1-1-1 0 0,1 0 0 0 0,0 0 1 0 0,-1 0-1 0 0,1 1 1 0 0,0-1-1 0 0,0 1 1 0 0,0-1-1 0 0,0 1 1 0 0,-1 2-1 0 0,-10 18 6 0 0,1 1 0 0 0,-11 29 0 0 0,15-34 0 0 0,0 0 0 0 0,-1 0 0 0 0,-1-1 0 0 0,0 0 0 0 0,-23 30 0 0 0,-84 75 0 0 0,90-102 0 0 0,61-40-40 0 0,-21 13 15 0 0,-1 0-1 0 0,13-11 0 0 0,-5 2 20 0 0,32-34 0 0 0,-44 40 6 0 0,0 0 1 0 0,-1-1-1 0 0,-1 0 0 0 0,0-1 0 0 0,8-17 0 0 0,29-75 0 0 0,14-31 0 0 0,-40 97 0 0 0,-30 61 18 0 0,-41 94 164 0 0,31-49-182 0 0,9-27 0 0 0,-2 0 0 0 0,-1-1 0 0 0,-27 47 0 0 0,43-87 0 0 0,0 0 0 0 0,0 0 0 0 0,0 0 0 0 0,0 0 0 0 0,0 0 0 0 0,0 0 0 0 0,0 1 0 0 0,0-1 0 0 0,0 0 0 0 0,0 0 0 0 0,0 0 0 0 0,-1 0 0 0 0,1 0 0 0 0,0 0 0 0 0,0 0 0 0 0,0 0 0 0 0,0 0 1 0 0,0 0-1 0 0,0 1 0 0 0,0-1 0 0 0,0 0 0 0 0,0 0 0 0 0,0 0 0 0 0,0 0 0 0 0,0 0 0 0 0,0 0 0 0 0,0 0 0 0 0,0 0 0 0 0,0 0 0 0 0,0 1 0 0 0,0-1 0 0 0,0 0 0 0 0,0 0 0 0 0,0 0 0 0 0,0 0 0 0 0,0 0 0 0 0,0 0 0 0 0,1 0 0 0 0,-1 0 0 0 0,0 0 0 0 0,0 0 0 0 0,0 1 0 0 0,0-1 0 0 0,0 0 0 0 0,0 0 0 0 0,0 0 0 0 0,0 0 0 0 0,0 0 0 0 0,0 0 0 0 0,0 0 0 0 0,0 0 0 0 0,1 0 0 0 0,-1 0 0 0 0,0 0 0 0 0,0 0 0 0 0,0 0 0 0 0,0 0 0 0 0,0 0 0 0 0,0 0 0 0 0,0 0 0 0 0,0 0 0 0 0,1 0 0 0 0,9-3 2 0 0,10-7-16 0 0,-12 3 10 0 0,-1 0 0 0 0,-1-1 0 0 0,1 1 0 0 0,-1-1 0 0 0,-1 0 0 0 0,1-1 0 0 0,5-12 0 0 0,25-68-17 0 0,-32 80 21 0 0,8-23-2 0 0,47-147-49 0 0,-39 110 27 0 0,-21 67 30 0 0,-3 5 36 0 0,-4 6 83 0 0,8-9-125 0 0,-12 17 33 0 0,1-1 1 0 0,0 1-1 0 0,1 1 0 0 0,-14 36 1 0 0,9-19-9 0 0,-24 59-88 0 0,-15 30-34 0 0,45-107 97 0 0,-1-2 0 0 0,-1 1 0 0 0,0-1 0 0 0,-1-1 0 0 0,-1 0 0 0 0,-24 21 0 0 0,1-6 0 0 0,-62 39 0 0 0,92-65 27 0 0,10-7 31 0 0,12-6-2 0 0,22-10-101 0 0,99-59-171 0 0,-126 71 216 0 0,0-1 0 0 0,0-1 0 0 0,-1 1 0 0 0,0-2 0 0 0,-1 0 0 0 0,0 0 0 0 0,9-15 0 0 0,45-93 0 0 0,-44 80 0 0 0,21-51 0 0 0,-23 51 0 0 0,34-60 0 0 0,-49 91 29 0 0,-10 13 38 0 0,-12 15 53 0 0,8-4-84 0 0,0 0 1 0 0,1 1-1 0 0,-13 28 1 0 0,-21 58 28 0 0,-12 55-3 0 0,25-77-135 0 0,29-69 71 0 0,10-18 7 0 0,11-17-75 0 0,43-103-27 0 0,-6-1 100 0 0,16-31 36 0 0,-59 137-34 0 0,0 0-1 0 0,2 1 0 0 0,0 0 1 0 0,1 1-1 0 0,20-19 0 0 0,27-15-4 0 0,2-1 0 0 0,-63 53 1 0 0,-1 1 0 0 0,0 0 0 0 0,1 0 0 0 0,-1-1 0 0 0,1 1 0 0 0,-1 0 0 0 0,0 0 0 0 0,1-1 0 0 0,-1 1 0 0 0,0-1 0 0 0,1 1 0 0 0,-1 0 0 0 0,0-1 0 0 0,0 1 1 0 0,1-1-1 0 0,-1 1 0 0 0,0-1 0 0 0,0 1 0 0 0,0 0 0 0 0,1-1 0 0 0,-1 1 0 0 0,0-1 0 0 0,0 1 0 0 0,0-1 0 0 0,0 1 0 0 0,0-2 0 0 0,-12 4 63 0 0,-21 11 60 0 0,13-2-110 0 0,1 0 0 0 0,0 1 0 0 0,1 1 0 0 0,1 1 0 0 0,0 0 0 0 0,1 1 0 0 0,-20 23 0 0 0,18-15-1 0 0,1 1 1 0 0,1 0-1 0 0,1 1 0 0 0,1 1 1 0 0,-12 30-1 0 0,-110 285-13 0 0,123-318-30 0 0,10-19 21 0 0,1 1 1 0 0,0-1 0 0 0,-1 0 0 0 0,1 0-1 0 0,-2 8 1 0 0,4-12 8 0 0,0 0-1 0 0,0 0 1 0 0,0 0 0 0 0,0 0-1 0 0,0 1 1 0 0,0-1-1 0 0,0 0 1 0 0,0 0 0 0 0,0 0-1 0 0,0 0 1 0 0,0 0 0 0 0,0 0-1 0 0,0 0 1 0 0,0 0-1 0 0,0 0 1 0 0,0 0 0 0 0,0 0-1 0 0,1 0 1 0 0,-1 1-1 0 0,0-1 1 0 0,0 0 0 0 0,0 0-1 0 0,0 0 1 0 0,0 0 0 0 0,0 0-1 0 0,0 0 1 0 0,0 0-1 0 0,0 0 1 0 0,0 0 0 0 0,0 0-1 0 0,0 0 1 0 0,0 0-1 0 0,0 0 1 0 0,0 0 0 0 0,1 0-1 0 0,-1 0 1 0 0,0 0 0 0 0,0 0-1 0 0,0 0 1 0 0,0 0-1 0 0,0 0 1 0 0,0 0 0 0 0,0 0-1 0 0,0 0 1 0 0,0 0-1 0 0,0 0 1 0 0,0 0 0 0 0,0 0-1 0 0,1 0 1 0 0,-1 0 0 0 0,0 0-1 0 0,0 0 1 0 0,0 0-1 0 0,0 0 1 0 0,0 0 0 0 0,0 0-1 0 0,0 0 1 0 0,0 0 0 0 0,0 0-1 0 0,0 0 1 0 0,0 0-1 0 0,0 0 1 0 0,0 0 0 0 0,0 0-1 0 0,1-1 1 0 0,8-4-30 0 0,7-10-39 0 0,-1-5 29 0 0,-1 0 0 0 0,17-33 0 0 0,-15 24 12 0 0,64-131-3 0 0,-54 101 12 0 0,4 2 0 0 0,39-59 0 0 0,-61 106 19 0 0,0 0 0 0 0,15-12 0 0 0,-14 12 0 0 0,16-17 0 0 0,-25 27 0 0 0,0 0 1 0 0,0 0-1 0 0,0 0 0 0 0,0 0 0 0 0,0 0 1 0 0,0 0-1 0 0,0 0 0 0 0,0 0 1 0 0,1-1-1 0 0,-1 1 0 0 0,0 0 0 0 0,0 0 1 0 0,0 0-1 0 0,0 0 0 0 0,0 0 0 0 0,0 0 1 0 0,0 0-1 0 0,0 0 0 0 0,0 0 0 0 0,0 0 1 0 0,0 0-1 0 0,0 0 0 0 0,0 0 1 0 0,0 0-1 0 0,0 0 0 0 0,0 0 0 0 0,0 0 1 0 0,0 0-1 0 0,0 0 0 0 0,0 0 0 0 0,0-1 1 0 0,0 1-1 0 0,0 0 0 0 0,0 0 0 0 0,0 0 1 0 0,0 0-1 0 0,0 0 0 0 0,0 0 1 0 0,0 0-1 0 0,0 0 0 0 0,-1 0 0 0 0,1 0 1 0 0,0 0-1 0 0,0 0 0 0 0,0 0 0 0 0,0 0 1 0 0,0 0-1 0 0,0 0 0 0 0,0 0 0 0 0,0 0 1 0 0,0 0-1 0 0,0 0 0 0 0,0 0 1 0 0,0 0-1 0 0,0 0 0 0 0,0 0 0 0 0,0 0 1 0 0,0 0-1 0 0,0 0 0 0 0,0 0 0 0 0,0 0 1 0 0,0 0-1 0 0,0 0 0 0 0,-1 0 1 0 0,1 0-1 0 0,0 0 0 0 0,0 0 0 0 0,-6 1 42 0 0,-7 3 36 0 0,13-4-77 0 0,-10 4 7 0 0,0 1 0 0 0,0 1 0 0 0,1-1 1 0 0,0 1-1 0 0,0 1 0 0 0,1 0 0 0 0,-1 0 1 0 0,1 1-1 0 0,1-1 0 0 0,0 2 0 0 0,-8 10 0 0 0,-3 7 20 0 0,2 0 0 0 0,-23 48-1 0 0,-19 66-27 0 0,1-6 0 0 0,27-56 11 0 0,31-77-22 0 0,3-5 11 0 0,5-7-11 0 0,20-40-37 0 0,-3-2-1 0 0,32-93 0 0 0,-50 125 25 0 0,12-33 21 0 0,66-158 59 0 0,-81 203-56 0 0,-3 4 0 0 0,1 0 0 0 0,-1 0 0 0 0,1 0 0 0 0,-1 0 0 0 0,-1 0 0 0 0,1 0 0 0 0,-1-1 0 0 0,0 1 0 0 0,1-11 0 0 0,-2 16 1 0 0,-1 0 1 0 0,1-1-1 0 0,-1 1 0 0 0,1 0 1 0 0,0 0-1 0 0,-1-1 1 0 0,1 1-1 0 0,-1 0 0 0 0,1 0 1 0 0,0-1-1 0 0,-1 1 0 0 0,1 0 1 0 0,-1 0-1 0 0,1 0 0 0 0,-1 0 1 0 0,1 0-1 0 0,-1 0 0 0 0,1 0 1 0 0,-1 0-1 0 0,1 0 0 0 0,-1 0 1 0 0,1 0-1 0 0,-1 0 0 0 0,1 0 1 0 0,-1 0-1 0 0,1 0 0 0 0,0 0 1 0 0,-1 1-1 0 0,1-1 0 0 0,-1 0 1 0 0,1 0-1 0 0,-1 1 1 0 0,1-1-1 0 0,-19 9 70 0 0,10-2-50 0 0,1 0-1 0 0,0 1 0 0 0,0 0 1 0 0,1 0-1 0 0,0 1 1 0 0,1 0-1 0 0,-9 16 0 0 0,-32 74-63 0 0,32-63-21 0 0,-33 88-5 0 0,22-54 61 0 0,23-42 72 0 0,3-27-75 0 0,1-1-31 0 0,2-1 35 0 0,0-3 1 0 0,2-11 8 0 0,11-22-2 0 0,20-46 0 0 0,-9 17 32 0 0,1-1 0 0 0,-18 46-53 0 0,0 0-1 0 0,12-43 1 0 0,-22 63 25 0 0,1 0-1 0 0,-1 0 1 0 0,0-1 0 0 0,0 1-1 0 0,1 0 1 0 0,-1-1 0 0 0,0 1-1 0 0,0 0 1 0 0,0-1-1 0 0,-1-1 1 0 0,1 2-2 0 0,0 1-1 0 0,-1 0 1 0 0,1-1 0 0 0,-1 1-1 0 0,1-1 1 0 0,-1 1 0 0 0,1 0-1 0 0,-1 0 1 0 0,1-1 0 0 0,-1 1-1 0 0,1 0 1 0 0,-1 0 0 0 0,1 0-1 0 0,-1-1 1 0 0,1 1 0 0 0,-1 0-1 0 0,1 0 1 0 0,-1 0 0 0 0,0 0-1 0 0,1 0 1 0 0,-1 0 0 0 0,1 0-1 0 0,-2 1 1 0 0,0-1-1 0 0,-1 0 1 0 0,0 0-1 0 0,1 1 1 0 0,-1-1-1 0 0,1 1 0 0 0,-1 0 1 0 0,1 0-1 0 0,-1 0 1 0 0,1 0-1 0 0,0 0 0 0 0,-1 0 1 0 0,1 1-1 0 0,0-1 1 0 0,0 1-1 0 0,0 0 0 0 0,-2 2 1 0 0,-3 4 9 0 0,0 0 1 0 0,-10 16 0 0 0,4-6-7 0 0,4-3-5 0 0,1 0 0 0 0,0 1 0 0 0,1 0 0 0 0,0 1 0 0 0,-6 26 0 0 0,-2 2 0 0 0,-67 157 0 0 0,82-202 0 0 0,0 0-1 0 0,0 1 0 0 0,-1-1 1 0 0,1 0-1 0 0,0 0 1 0 0,0 1-1 0 0,0-1 0 0 0,0 0 1 0 0,0 1-1 0 0,0-1 1 0 0,-1 0-1 0 0,1 0 0 0 0,0 1 1 0 0,0-1-1 0 0,0 0 1 0 0,0 1-1 0 0,0-1 1 0 0,0 0-1 0 0,0 1 0 0 0,1-1 1 0 0,-1 0-1 0 0,0 1 1 0 0,0-1-1 0 0,0 0 0 0 0,0 0 1 0 0,0 1-1 0 0,0-1 1 0 0,0 0-1 0 0,1 0 0 0 0,-1 1 1 0 0,0-1-1 0 0,0 0 1 0 0,1 1-1 0 0,10 1-43 0 0,-7-3 33 0 0,-1 1 1 0 0,1-1-1 0 0,0 1 0 0 0,-1-1 1 0 0,5-2-1 0 0,-5 1 11 0 0,1 0-1 0 0,-1-1 1 0 0,0 1 0 0 0,1-1-1 0 0,-1 1 1 0 0,0-1 0 0 0,0 0-1 0 0,-1-1 1 0 0,1 1-1 0 0,-1 0 1 0 0,4-6 0 0 0,0-4-1 0 0,11-28 1 0 0,1-1 14 0 0,-2 8-9 0 0,-2 0 0 0 0,16-55 0 0 0,-29 89-3 0 0,-1-1 0 0 0,0 1 0 0 0,0 0 0 0 0,0 0 0 0 0,0 0-1 0 0,0 0 1 0 0,1-1 0 0 0,-1 1 0 0 0,0 0 0 0 0,0 0 0 0 0,0-1 0 0 0,0 1 0 0 0,0 0 0 0 0,0 0-1 0 0,0 0 1 0 0,0-1 0 0 0,0 1 0 0 0,0 0 0 0 0,0 0 0 0 0,0-1 0 0 0,0 1 0 0 0,0 0 0 0 0,0 0-1 0 0,0 0 1 0 0,0-1 0 0 0,0 1 0 0 0,0 0 0 0 0,0 0 0 0 0,-1-1 0 0 0,1 1 0 0 0,0 0 0 0 0,0 0-1 0 0,0 0 1 0 0,0 0 0 0 0,0-1 0 0 0,-1 1 0 0 0,1 0 0 0 0,0 0 0 0 0,0 0 0 0 0,0 0 0 0 0,0-1-1 0 0,-1 1 1 0 0,1 0 0 0 0,0 0 0 0 0,-12 6 185 0 0,-10 14 85 0 0,9-1-272 0 0,0 0 0 0 0,2 0 0 0 0,0 1 0 0 0,2 0 0 0 0,-11 31 0 0 0,-7 12 0 0 0,17-40-13 0 0,6-12-12 0 0,-1 0 0 0 0,0-1 0 0 0,0 0-1 0 0,-1 0 1 0 0,0 0 0 0 0,-11 12 0 0 0,16-20-17 0 0,5-2-33 0 0,9-3-54 0 0,-12 2 124 0 0,5-1 1 0 0,-1 0 0 0 0,1-1 0 0 0,-1 0 0 0 0,0 0 0 0 0,0 0-1 0 0,0 0 1 0 0,-1-1 0 0 0,1 0 0 0 0,-1 0 0 0 0,0 0 0 0 0,0-1 0 0 0,6-8 0 0 0,3-7-36 0 0,19-42 1 0 0,-15 30 27 0 0,35-63 12 0 0,18-36 0 0 0,-60 112 0 0 0,1-1 0 0 0,1 1 0 0 0,0 1 0 0 0,1 0 0 0 0,1 1 0 0 0,1 1 0 0 0,0 0 0 0 0,1 1 0 0 0,31-23 0 0 0,-40 34 0 0 0,-2 0 0 0 0,-10 9 0 0 0,-35 26 32 0 0,15-11 16 0 0,-30 29 0 0 0,33-24-48 0 0,1 0 0 0 0,1 1 0 0 0,-25 43 0 0 0,20-23 0 0 0,-27 72 0 0 0,50-113 0 0 0,1 0 0 0 0,-1 1 0 0 0,1 0 0 0 0,0-1 0 0 0,1 1 0 0 0,-1-1 0 0 0,2 9 0 0 0,-1-9 0 0 0,0-5 1 0 0,0 1 0 0 0,0-1 1 0 0,0 0-1 0 0,0 0 0 0 0,0 0 0 0 0,0 0 0 0 0,0 1 1 0 0,0-1-1 0 0,0 0 0 0 0,0 0 0 0 0,0 0 0 0 0,0 0 0 0 0,0 1 1 0 0,0-1-1 0 0,0 0 0 0 0,1 0 0 0 0,-1 0 0 0 0,0 0 0 0 0,0 0 1 0 0,0 0-1 0 0,0 1 0 0 0,0-1 0 0 0,0 0 0 0 0,1 0 0 0 0,-1 0 1 0 0,0 0-1 0 0,0 0 0 0 0,0 0 0 0 0,0 0 0 0 0,1 0 0 0 0,-1 0 1 0 0,0 0-1 0 0,0 0 0 0 0,0 0 0 0 0,0 0 0 0 0,1 0 1 0 0,-1 0-1 0 0,0 0 0 0 0,0 0 0 0 0,11-2 94 0 0,9-10-30 0 0,-10 1-95 0 0,0 0 0 0 0,-1-1 1 0 0,14-24-1 0 0,18-43-94 0 0,10-17 48 0 0,-36 75 76 0 0,0 1 0 0 0,2 0 0 0 0,0 1 0 0 0,1 1 0 0 0,1 1 0 0 0,30-22 0 0 0,-42 34 0 0 0,1 0 0 0 0,-1-1 0 0 0,0 0 0 0 0,-1 0 0 0 0,1-1 0 0 0,-1 0 0 0 0,8-13 0 0 0,-22 21 55 0 0,0 0-1 0 0,0 0 1 0 0,-13 4 0 0 0,4 3-45 0 0,-1 1 0 0 0,2 1 0 0 0,-1 0 0 0 0,1 1 0 0 0,1 1 0 0 0,0 1 0 0 0,-26 26 0 0 0,23-18 3 0 0,1 1-1 0 0,1 1 0 0 0,1 0 0 0 0,-24 49 0 0 0,20-32-19 0 0,5-12-10 0 0,1 0 1 0 0,2 1 0 0 0,-15 52 0 0 0,26-81 16 0 0,0 0 1 0 0,0 1-1 0 0,0-1 1 0 0,0 0-1 0 0,0 0 0 0 0,0 0 1 0 0,0 1-1 0 0,0-1 0 0 0,-1 0 1 0 0,1 0-1 0 0,0 1 0 0 0,0-1 1 0 0,0 0-1 0 0,0 0 1 0 0,0 0-1 0 0,0 1 0 0 0,0-1 1 0 0,0 0-1 0 0,1 0 0 0 0,-1 1 1 0 0,0-1-1 0 0,0 0 1 0 0,0 0-1 0 0,0 0 0 0 0,0 1 1 0 0,0-1-1 0 0,0 0 0 0 0,0 0 1 0 0,1 0-1 0 0,-1 1 0 0 0,0-1 1 0 0,0 0-1 0 0,0 0 1 0 0,0 0-1 0 0,1 0 0 0 0,-1 1 1 0 0,0-1-1 0 0,0 0 0 0 0,0 0 1 0 0,1 0-1 0 0,-1 0 0 0 0,11-4 29 0 0,8-13-40 0 0,-2-6-48 0 0,-1-1-1 0 0,-1 0 0 0 0,21-49 0 0 0,-1 2 2 0 0,-21 46 58 0 0,2 2 0 0 0,0 0 0 0 0,1 0 0 0 0,1 2 0 0 0,2 0 0 0 0,0 1 0 0 0,1 1 0 0 0,27-19 0 0 0,54-45 0 0 0,-158 141 128 0 0,25-31-128 0 0,-67 65 0 0 0,79-72 0 0 0,1 0 0 0 0,1 1 0 0 0,-14 24 0 0 0,3 8 15 0 0,1 1 0 0 0,-31 95 0 0 0,1-3 4 0 0,52-135-19 0 0,2-4 0 0 0,0-1 0 0 0,0 1 0 0 0,-1 7 0 0 0,4-14 0 0 0,0 0 0 0 0,0 0 0 0 0,0 0 0 0 0,0 0 0 0 0,0 0 0 0 0,0 0 0 0 0,0 0 0 0 0,0 0 0 0 0,0 0 0 0 0,0 0 0 0 0,0 0 0 0 0,0 0 0 0 0,0 0 0 0 0,0 0 0 0 0,0 0 0 0 0,0 0 0 0 0,0 0 0 0 0,0 0 0 0 0,1 0 0 0 0,-1 0 0 0 0,0 0 0 0 0,0 0 0 0 0,0 0 0 0 0,0 0 0 0 0,0 0 0 0 0,0 0 0 0 0,0 0 0 0 0,0 0 0 0 0,0 0 0 0 0,0 0 0 0 0,0 0 0 0 0,0 0 0 0 0,0 0 0 0 0,0 0 0 0 0,0 0 0 0 0,0 0 0 0 0,0 0 0 0 0,0 1 0 0 0,0-1 0 0 0,0 0 0 0 0,0 0 0 0 0,0 0 0 0 0,0 0 0 0 0,0 0 0 0 0,0 0 0 0 0,0 0 0 0 0,0 0 0 0 0,0 0 0 0 0,0 0 0 0 0,0 0 0 0 0,1 0 0 0 0,-1 0 0 0 0,0 0 0 0 0,0 0 0 0 0,0 0 0 0 0,0 0 0 0 0,0 0 0 0 0,-1 0 0 0 0,1 0 0 0 0,0 0 0 0 0,0 0 0 0 0,0 1 0 0 0,0-1 0 0 0,0 0 0 0 0,0 0 0 0 0,0 0 0 0 0,0 0 0 0 0,5-5 0 0 0,6-7 0 0 0,5-10 0 0 0,-2 0 0 0 0,-1-1 0 0 0,11-27 0 0 0,27-78 0 0 0,10-23 0 0 0,-49 128 0 0 0,1 1 0 0 0,2 0 0 0 0,0 1 0 0 0,1 1 0 0 0,1 1 0 0 0,1 0 0 0 0,0 1 0 0 0,2 1 0 0 0,23-17 0 0 0,-34 28 25 0 0,-1-1 0 0 0,1 0 0 0 0,-1-1 0 0 0,-1 0 0 0 0,1 0 0 0 0,7-12 0 0 0,-70 49 91 0 0,17-2-59 0 0,-45 39 1 0 0,67-50-71 0 0,0 0 1 0 0,1 1 0 0 0,1 0-1 0 0,-22 35 1 0 0,11-6 28 0 0,2 1 0 0 0,2 1 0 0 0,-26 90 0 0 0,46-137-16 0 0,0 2-7 0 0,0 1-1 0 0,0 0 1 0 0,0 0 0 0 0,0 0-1 0 0,0 0 1 0 0,1-1 0 0 0,0 1-1 0 0,0 0 1 0 0,1 8 0 0 0,-1-12 5 0 0,0 1 0 0 0,0-1 0 0 0,0 0 1 0 0,1 0-1 0 0,-1 1 0 0 0,0-1 0 0 0,0 0 1 0 0,1 0-1 0 0,-1 1 0 0 0,0-1 0 0 0,0 0 1 0 0,1 0-1 0 0,-1 0 0 0 0,0 0 0 0 0,0 1 1 0 0,1-1-1 0 0,-1 0 0 0 0,0 0 0 0 0,1 0 1 0 0,-1 0-1 0 0,0 0 0 0 0,1 0 0 0 0,-1 0 1 0 0,0 0-1 0 0,1 0 0 0 0,-1 0 0 0 0,0 0 1 0 0,1 0-1 0 0,12-5-22 0 0,8-12 20 0 0,1-15 4 0 0,0-1 1 0 0,16-36-1 0 0,-20 34-7 0 0,46-64 0 0 0,-31 61-14 0 0,2 2 0 0 0,59-50 0 0 0,-35 35 17 0 0,-55 47 10 0 0,6-5-18 0 0,-10 7 28 0 0,-8 4 41 0 0,-15 9-14 0 0,0 1 0 0 0,1 0 1 0 0,-36 28-1 0 0,34-21-43 0 0,1 0 0 0 0,0 2 0 0 0,2 0 0 0 0,0 1 0 0 0,2 2 0 0 0,0 0 0 0 0,-21 36 0 0 0,39-59 0 0 0,0 2 9 0 0,-1 0 1 0 0,0 0-1 0 0,0 0 0 0 0,0-1 0 0 0,0 1 0 0 0,-5 4 0 0 0,15-14-9 0 0,1-2-12 0 0,23-27-108 0 0,-9 6 103 0 0,3 2 0 0 0,0 0 0 0 0,52-40 0 0 0,48-15 17 0 0,-44 30 0 0 0,-76 47 0 0 0,-5 5 0 0 0,0 1 0 0 0,-1-1 0 0 0,1 0 0 0 0,0 0 0 0 0,0 1 0 0 0,0-1 0 0 0,-1 0 0 0 0,1 1 0 0 0,0-1 0 0 0,0 0 0 0 0,0 1 0 0 0,0 0 0 0 0,0-1 0 0 0,0 1 0 0 0,1 0 0 0 0,-1-1 0 0 0,2 1 0 0 0,-9 1 22 0 0,1 1 0 0 0,0 0 0 0 0,-1 0 0 0 0,1 1 0 0 0,0-1 1 0 0,-7 6-1 0 0,-4 1 39 0 0,-17 6-41 0 0,21-10-22 0 0,1 0 1 0 0,-13 8 0 0 0,-10 7 1 0 0,-39 16 0 0 0,22-12 0 0 0,43-18 0 0 0,8-5 0 0 0,-1 0 0 0 0,0 0 0 0 0,0 0 0 0 0,0 0 0 0 0,0 0 0 0 0,0-1 0 0 0,0 1 0 0 0,-1 0 0 0 0,1-1 0 0 0,0 1 0 0 0,0-1 0 0 0,0 1 0 0 0,-1-1 0 0 0,1 1 0 0 0,0-1 0 0 0,0 0 0 0 0,-1 0 0 0 0,1 0 0 0 0,0 0 0 0 0,-2 0 0 0 0,1-1 0 0 0,4-3-77 0 0,6 0-72 0 0,1 1 63 0 0,4-2 29 0 0,40-19-1573 0 0,-26 6-139 0 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13T18:36:13.727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198 2657 5151 0 0,'-8'1'227'0'0,"0"0"1"0"0,0 0-1 0 0,0 1 0 0 0,0 1 0 0 0,0-1 0 0 0,0 1 0 0 0,1 1 0 0 0,-1-1 0 0 0,1 1 0 0 0,0 1 0 0 0,0-1 0 0 0,-9 8 0 0 0,1 3 788 0 0,-17 20 0 0 0,-10 5 2744 0 0,43-53-3149 0 0,0-1-311 0 0,0-36 5296 0 0,-2 28-4261 0 0,1 15-1189 0 0,0 0 0 0 0,1 0 0 0 0,0-1 1 0 0,0 1-1 0 0,1 0 0 0 0,0 0 0 0 0,4-11 0 0 0,1-5-32 0 0,-3 13-64 0 0,0-1 0 0 0,0 2 0 0 0,1-1 0 0 0,0 0 0 0 0,0 1 0 0 0,1 0 0 0 0,0 0 0 0 0,1 1 0 0 0,0 0 0 0 0,0 0 0 0 0,1 0 0 0 0,0 1 0 0 0,16-10 0 0 0,8-4 178 0 0,1 1-1 0 0,55-22 1 0 0,-28 14 169 0 0,-45 20-226 0 0,1 1 0 0 0,0 1 1 0 0,23-5-1 0 0,-29 9-99 0 0,-9 2-65 0 0,0 0-1 0 0,0 0 1 0 0,0 0 0 0 0,0 0 0 0 0,0 0 0 0 0,-1 0 0 0 0,1 0-1 0 0,0-1 1 0 0,0 1 0 0 0,0 0 0 0 0,0-1 0 0 0,0 1 0 0 0,-1 0-1 0 0,1-1 1 0 0,0 1 0 0 0,0-1 0 0 0,-1 1 0 0 0,2-2-1 0 0,-1 1 7 0 0,0 0-1 0 0,0 1 0 0 0,0-1 0 0 0,0 0 1 0 0,0 0-1 0 0,0 1 0 0 0,0-1 0 0 0,0 1 1 0 0,3-1-1 0 0,-3 0 5 0 0,-1 1 0 0 0,1 0-1 0 0,-1 0 1 0 0,1 0 0 0 0,0-1 0 0 0,-1 1 0 0 0,1 0 0 0 0,-1-1 0 0 0,1 1-1 0 0,-1 0 1 0 0,1-1 0 0 0,-1 1 0 0 0,1-1 0 0 0,-1 1 0 0 0,1-1-1 0 0,-1 1 1 0 0,0-1 0 0 0,1 1 0 0 0,-1-1 0 0 0,0 1 0 0 0,1-1-1 0 0,-1 1 1 0 0,0-1 0 0 0,0 0 0 0 0,0 1 0 0 0,1-1 0 0 0,-1 0 0 0 0,0 1-1 0 0,0-1 1 0 0,0 1 0 0 0,0-1 0 0 0,0 0 0 0 0,0 1 0 0 0,0-1-1 0 0,0 0 1 0 0,-1 0 0 0 0,2-12 262 0 0,1 1 0 0 0,6-23-1 0 0,-8 34-273 0 0,2-6-3 0 0,1 0 0 0 0,0 0-1 0 0,0 1 1 0 0,0-1-1 0 0,1 1 1 0 0,0 0-1 0 0,0 0 1 0 0,6-5-1 0 0,5-6 41 0 0,23-19-1 0 0,-30 27-31 0 0,1 1 0 0 0,-2-1-1 0 0,1 0 1 0 0,-1 0 0 0 0,10-17 0 0 0,6-6 167 0 0,-5 9-64 0 0,-18 22-109 0 0,0 1 0 0 0,0 0 0 0 0,1 0 0 0 0,-1 0-1 0 0,0 0 1 0 0,0 0 0 0 0,0 0 0 0 0,0-1 0 0 0,0 1 0 0 0,0 0 0 0 0,1 0-1 0 0,-1 0 1 0 0,0 0 0 0 0,0-1 0 0 0,0 1 0 0 0,0 0 0 0 0,0 0 0 0 0,0 0-1 0 0,0-1 1 0 0,0 1 0 0 0,0 0 0 0 0,0 0 0 0 0,0 0 0 0 0,0 0 0 0 0,0-1 0 0 0,0 1-1 0 0,0 0 1 0 0,0 0 0 0 0,0 0 0 0 0,0-1 0 0 0,0 1 0 0 0,0 0 0 0 0,0 0-1 0 0,0 0 1 0 0,0-1 0 0 0,0 1 0 0 0,0 0 0 0 0,-1 0 0 0 0,1 0 0 0 0,0-1-1 0 0,-9 3 259 0 0,-7 5 140 0 0,-42 24-179 0 0,45-23-237 0 0,0 1 0 0 0,0 1 0 0 0,1 0 0 0 0,0 1 0 0 0,1 0 0 0 0,-12 15 0 0 0,19-21 15 0 0,0 1 0 0 0,0 0 0 0 0,1 0 0 0 0,0 0 0 0 0,-5 12 0 0 0,5-10 0 0 0,-1-1 0 0 0,-6 13 0 0 0,-15 10 0 0 0,8-12 0 0 0,14-12 0 0 0,2-5 0 0 0,0 0 0 0 0,1 0 0 0 0,-1 0 0 0 0,0 0 0 0 0,0 0 0 0 0,0 0 0 0 0,0 0 0 0 0,0 0 0 0 0,0 0 0 0 0,0-1 0 0 0,0 1 0 0 0,0 0 0 0 0,0-1 0 0 0,0 1 0 0 0,-1-1 0 0 0,1 1 0 0 0,0-1 0 0 0,-3 1 0 0 0,-1 1-8 0 0,4-1-4 0 0,-1 0 0 0 0,0 0 0 0 0,1 0 0 0 0,-1-1 0 0 0,0 1 0 0 0,1-1 0 0 0,-1 1 0 0 0,0-1 0 0 0,0 0 0 0 0,1 0 0 0 0,-4 0 0 0 0,9-1 26 0 0,1 0 0 0 0,-1 0-1 0 0,0-1 1 0 0,0 0 0 0 0,0 0 0 0 0,0 0 0 0 0,0 0-1 0 0,-1-1 1 0 0,1 1 0 0 0,-1-1 0 0 0,6-5-1 0 0,1-1-16 0 0,-1 0 0 0 0,0-1-1 0 0,9-11 1 0 0,136-199 3 0 0,-46 76 128 0 0,-103 139-128 0 0,-1 1 0 0 0,1-1 0 0 0,0 1 0 0 0,0 0 0 0 0,1 1 0 0 0,8-5 0 0 0,37-16 0 0 0,-48 23 0 0 0,63-20 0 0 0,-44 15 0 0 0,39-17 0 0 0,16-6 0 0 0,-56 24 0 0 0,-19 5 0 0 0,0 0 0 0 0,0-1 0 0 0,0 1 0 0 0,0-1 0 0 0,-1 1 0 0 0,1-1 0 0 0,0 1 0 0 0,0-1 0 0 0,0 0 0 0 0,0 0 0 0 0,-1 0 0 0 0,1 0 0 0 0,-1 0 0 0 0,3-2 0 0 0,10-10 0 0 0,2 0 0 0 0,18-11 0 0 0,-15 11 0 0 0,19-17 0 0 0,9-19 0 0 0,-13 13 0 0 0,-10 11-3 0 0,1 2 1 0 0,46-34-1 0 0,1 17-121 0 0,-25 16 11 0 0,1 2-1 0 0,86-26 1 0 0,-131 47 113 0 0,15-7 66 0 0,1-1 1 0 0,-1 0-1 0 0,0-1 1 0 0,24-19-1 0 0,16-9 58 0 0,-12 6-124 0 0,-33 23 0 0 0,0 0 0 0 0,0 0 0 0 0,1 2 0 0 0,18-9 0 0 0,14 2 0 0 0,69-14 0 0 0,-27 9 0 0 0,-46 9 0 0 0,-14 4 0 0 0,-1-1 0 0 0,33-13 0 0 0,26-15 0 0 0,-65 26 0 0 0,28-7 0 0 0,6-2 0 0 0,-38 12 46 0 0,0 1 0 0 0,1 1 0 0 0,19-2 0 0 0,13-2-14 0 0,-7-4-55 0 0,-1-1 1 0 0,60-28-1 0 0,-74 30 134 0 0,54-12 0 0 0,-44 13-73 0 0,-31 8-30 0 0,0 1 0 0 0,0 0 0 0 0,15 1 0 0 0,-15 0 0 0 0,1 0 0 0 0,0-1 0 0 0,13-3 0 0 0,1-3 0 0 0,0-1 0 0 0,-1-1 0 0 0,26-15 0 0 0,-27 12 0 0 0,0 2 0 0 0,1 1 0 0 0,32-10 0 0 0,-8 9-8 0 0,73-5 0 0 0,4-1 0 0 0,-93 9 34 0 0,-1-1 0 0 0,35-15 0 0 0,26-8 32 0 0,-56 24-46 0 0,1 1 1 0 0,55-1-1 0 0,-66 5-17 0 0,18 1-3 0 0,-26 1 0 0 0,0-1 0 0 0,0 0 0 0 0,-1 0 0 0 0,1-2 0 0 0,16-4 0 0 0,-12 1 0 0 0,33-4 0 0 0,-35 8 0 0 0,-1-2 0 0 0,1 0 0 0 0,18-7 0 0 0,-12 2 0 0 0,0 0 0 0 0,1 1 0 0 0,0 1 0 0 0,29-3 0 0 0,-40 7 10 0 0,-1 1 0 0 0,0-1 0 0 0,13-6 0 0 0,20-4 14 0 0,131-23 40 0 0,-160 34-51 0 0,1 1-1 0 0,21 0 0 0 0,21-1 15 0 0,-4-7 83 0 0,-49 8-94 0 0,-1-1 1 0 0,1 1-1 0 0,-1-1 1 0 0,1-1-1 0 0,-1 1 0 0 0,0-1 1 0 0,8-5-1 0 0,-8 5 2 0 0,0 1 0 0 0,0-1 0 0 0,0 1-1 0 0,0 0 1 0 0,0 0 0 0 0,1 0 0 0 0,-1 1-1 0 0,1-1 1 0 0,0 1 0 0 0,7 0 0 0 0,5 0 50 0 0,35 3 0 0 0,-9 6-56 0 0,-32-6 14 0 0,22 4 0 0 0,-18-5-22 0 0,157 7 78 0 0,-125-8-51 0 0,76-9-1 0 0,-82 2-23 0 0,98-10 61 0 0,-17-1 49 0 0,78-3-49 0 0,-14 3-8 0 0,-67 0-20 0 0,139-3 0 0 0,-206 20-40 0 0,11 0 0 0 0,75-12 0 0 0,64-15 0 0 0,124 11 0 0 0,-273 15 18 0 0,69-13-1 0 0,32-1 12 0 0,262 32-29 0 0,-412-16 0 0 0,259 11 64 0 0,-180-14-32 0 0,128-7 0 0 0,-140 5-3 0 0,110-7 86 0 0,65-14-115 0 0,-40 2 0 0 0,-77 27 0 0 0,-38 1 0 0 0,-23-10 60 0 0,-57 5-56 0 0,8-2 49 0 0,-1-1 0 0 0,1-1-1 0 0,-1-1 1 0 0,24-9 0 0 0,-41 14-50 0 0,0 0 0 0 0,0 0 0 0 0,0 0 0 0 0,1 0 0 0 0,-1 1 0 0 0,0-1 0 0 0,0 1 0 0 0,0 0 0 0 0,1 0 0 0 0,-1 0 1 0 0,0 0-1 0 0,0 0 0 0 0,0 0 0 0 0,1 0 0 0 0,-1 1 0 0 0,0-1 0 0 0,0 1 0 0 0,0-1 0 0 0,0 1 0 0 0,3 1 0 0 0,4-1-3 0 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13T18:36:22.592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115 4347 2303 0 0,'-115'109'16236'0'0,"119"-111"-16187"0"0,-1 1 0 0 0,1-1 0 0 0,-1 0 0 0 0,0 0 0 0 0,0 0 0 0 0,0 0 0 0 0,0-1 0 0 0,0 1 0 0 0,0-1 0 0 0,-1 0 0 0 0,5-5 0 0 0,-2 0 212 0 0,-1 0 0 0 0,0 0 0 0 0,-1-1 0 0 0,4-12 0 0 0,8-19 938 0 0,-12 36-1180 0 0,-1 0 1 0 0,1 0-1 0 0,0 1 0 0 0,0 0 0 0 0,0-1 1 0 0,1 1-1 0 0,-1 0 0 0 0,1 1 0 0 0,-1-1 1 0 0,1 0-1 0 0,6-2 0 0 0,20-15 179 0 0,15-14 178 0 0,-22 1 882 0 0,10-1-724 0 0,-32 33-520 0 0,-1 0-1 0 0,1 1 1 0 0,0-1-1 0 0,-1 0 1 0 0,1 0-1 0 0,-1 0 0 0 0,1 0 1 0 0,-1 0-1 0 0,1 0 1 0 0,-1 0-1 0 0,0 0 0 0 0,0 0 1 0 0,1 0-1 0 0,-1 0 1 0 0,0 0-1 0 0,0-1 0 0 0,0 1 1 0 0,0 0-1 0 0,0 0 1 0 0,0 0-1 0 0,0 0 0 0 0,-1-2 1 0 0,0-9 61 0 0,1 11-71 0 0,0 0 0 0 0,0 0 0 0 0,1 0 0 0 0,-1 0 0 0 0,0 1 0 0 0,0-1 0 0 0,1 0 0 0 0,-1 0 0 0 0,1 0 0 0 0,-1 0 0 0 0,0 0-1 0 0,1 0 1 0 0,0 0 0 0 0,-1 1 0 0 0,1-1 0 0 0,0 0 0 0 0,-1 0 0 0 0,1 1 0 0 0,0-1 0 0 0,0 0 0 0 0,-1 1 0 0 0,1-1 0 0 0,0 1-1 0 0,2-1 1 0 0,9-9 101 0 0,-2-2-85 0 0,-9 10-16 0 0,0 0 0 0 0,1 1-1 0 0,-1-1 1 0 0,1 0 0 0 0,0 1-1 0 0,-1-1 1 0 0,1 1 0 0 0,0-1-1 0 0,0 1 1 0 0,0 0-1 0 0,4-2 1 0 0,-3 1 6 0 0,0 0 0 0 0,0 1 1 0 0,0-1-1 0 0,0 0 0 0 0,0-1 0 0 0,0 1 0 0 0,-1 0 1 0 0,1-1-1 0 0,-1 0 0 0 0,3-3 0 0 0,6-6 70 0 0,-5 6-87 0 0,0 0 41 0 0,0 0 0 0 0,-1 0-1 0 0,8-10 1 0 0,-7 6-34 0 0,-1 2 0 0 0,0-1 0 0 0,-1 1 0 0 0,6-17 0 0 0,-7 19 5 0 0,-2 4 0 0 0,0 0 0 0 0,0 0 0 0 0,-1 0 0 0 0,1 0-1 0 0,0 0 1 0 0,-1-1 0 0 0,0 1 0 0 0,1 0 0 0 0,-1 0 0 0 0,0 0 0 0 0,-1-3 0 0 0,1 3 1 0 0,0 1-1 0 0,0 0 1 0 0,0-1-1 0 0,1 1 0 0 0,-1 0 1 0 0,0-1-1 0 0,0 1 1 0 0,1 0-1 0 0,-1 0 1 0 0,1-1-1 0 0,0-1 1 0 0,3-11-8 0 0,-4 11 11 0 0,1 0 0 0 0,-1 1-1 0 0,1-1 1 0 0,0 1 0 0 0,-1-1 0 0 0,3-3-1 0 0,-1 3 1 0 0,-1 0-1 0 0,0 1 0 0 0,-1-1 1 0 0,1 0-1 0 0,0 0 0 0 0,-1 1 1 0 0,1-4-1 0 0,0 2 1 0 0,-1 1 0 0 0,1 0 1 0 0,0-1-1 0 0,1 1 0 0 0,-1 0 0 0 0,2-4 0 0 0,-4 0 44 0 0,-1-5 2 0 0,1 7-39 0 0,0 0-1 0 0,1 1 1 0 0,-1-1 0 0 0,1 0-1 0 0,0 0 1 0 0,0 0-1 0 0,0 0 1 0 0,1 0 0 0 0,1-6-1 0 0,0-16 193 0 0,0 15-207 0 0,-2 10-7 0 0,0 1-1 0 0,1 0 1 0 0,-1-1 0 0 0,0 1-1 0 0,0 0 1 0 0,1 0 0 0 0,-1 0-1 0 0,1-1 1 0 0,-1 1 0 0 0,1 0-1 0 0,-1 0 1 0 0,1 0-1 0 0,1-1 1 0 0,-1 0 8 0 0,0 1 0 0 0,0-1-1 0 0,-1 1 1 0 0,1-1 0 0 0,0 1 0 0 0,-1-1-1 0 0,1 1 1 0 0,-1-1 0 0 0,1 0 0 0 0,-1 1 0 0 0,0-1-1 0 0,0 1 1 0 0,0-4 0 0 0,0 3 2 0 0,0 0 1 0 0,1 0-1 0 0,-1 0 0 0 0,0 0 1 0 0,1 0-1 0 0,-1 0 0 0 0,1 0 1 0 0,1-2-1 0 0,6-20-12 0 0,-8 21 1 0 0,1 0 0 0 0,0 0 0 0 0,0 0 0 0 0,0-1 0 0 0,1 1 0 0 0,-1 1 0 0 0,3-6 0 0 0,1-1-3 0 0,2-1 204 0 0,-7 10-186 0 0,4-9 0 0 0,-3 3-24 0 0,1-1 16 0 0,0 0 0 0 0,-1 0 0 0 0,1-8 0 0 0,-2 2 179 0 0,0 17-169 0 0,0 22-52 0 0,1-22 10 0 0,-1-4 32 0 0,0 0 1 0 0,0 0 0 0 0,0 1 0 0 0,0-1 0 0 0,0 0-1 0 0,0 0 1 0 0,0 0 0 0 0,0 0 0 0 0,0 0 0 0 0,0 0-1 0 0,0 0 1 0 0,0 0 0 0 0,0 0 0 0 0,0 0 0 0 0,0 0-1 0 0,0 0 1 0 0,0 0 0 0 0,0 0 0 0 0,0 0 0 0 0,0 0-1 0 0,0 0 1 0 0,0 1 0 0 0,0-1 0 0 0,0 0 0 0 0,1 0-1 0 0,-1 0 1 0 0,0 0 0 0 0,0 0 0 0 0,0 0 0 0 0,0 0-1 0 0,0 0 1 0 0,0 0 0 0 0,0 0 0 0 0,0 0 0 0 0,0 0-1 0 0,0 0 1 0 0,0 0 0 0 0,0 0 0 0 0,0 0 0 0 0,0 0 0 0 0,0 0-1 0 0,1 0 1 0 0,-1 0 0 0 0,0 0 0 0 0,0 0 0 0 0,0 0-1 0 0,0 0 1 0 0,0 0 0 0 0,0 0 0 0 0,0 0 0 0 0,0 0-1 0 0,0 0 1 0 0,0 0 0 0 0,0 0 0 0 0,0 0 0 0 0,0 0-1 0 0,0-1 1 0 0,0 1 0 0 0,0 0 0 0 0,0 0 0 0 0,0 0-1 0 0,1 0 1 0 0,-1 0 0 0 0,0 0 0 0 0,0 0 0 0 0,0 0-1 0 0,0 0 1 0 0,0 0 0 0 0,0 0 0 0 0,3-5-8 0 0,-2 3 7 0 0,0 1 1 0 0,1-1 0 0 0,-1 0 0 0 0,-1 0 0 0 0,1 0-1 0 0,0 0 1 0 0,0 0 0 0 0,0-3 0 0 0,1 0-3 0 0,-1 1 0 0 0,1 0 1 0 0,0 0-1 0 0,5-8 0 0 0,-4 8-3 0 0,-1 0 0 0 0,1 0 0 0 0,-1-1-1 0 0,3-8 1 0 0,4-13 5 0 0,-5 17 0 0 0,0 0 0 0 0,0 0 0 0 0,8-11 0 0 0,-9 13 23 0 0,-3 6-21 0 0,0 1 0 0 0,0-1 0 0 0,0 1 0 0 0,0-1 0 0 0,0 1 0 0 0,1-1 0 0 0,-1 1 0 0 0,0-1 0 0 0,0 1 0 0 0,0-1 0 0 0,1 1 0 0 0,-1-1 1 0 0,0 1-1 0 0,1-1 0 0 0,-1 1 0 0 0,0 0 0 0 0,1-1 0 0 0,-1 1 0 0 0,2-1 0 0 0,15-20 73 0 0,-14 19-51 0 0,0-1 0 0 0,0 0 1 0 0,0 1-1 0 0,-1-1 0 0 0,3-4 0 0 0,-2 4-18 0 0,0-1 0 0 0,-1 1 0 0 0,1 0 0 0 0,1 0 0 0 0,4-4 0 0 0,0 1-6 0 0,-2 3 0 0 0,-1-1 0 0 0,0 1 0 0 0,0-1 0 0 0,0 0 0 0 0,7-9 0 0 0,-7 8 0 0 0,1 0 0 0 0,-1-1 0 0 0,1 2 0 0 0,0-1 0 0 0,12-6 0 0 0,13-10 0 0 0,-19 11 14 0 0,-3 3 15 0 0,0-1-1 0 0,0 0 1 0 0,8-10-1 0 0,0 1 23 0 0,-14 14-38 0 0,1 0 0 0 0,-1 0-1 0 0,0 0 1 0 0,0 0 0 0 0,3-6 0 0 0,-2 4 5 0 0,0 0 0 0 0,0 0 0 0 0,1 0 0 0 0,-1 1 0 0 0,7-6 0 0 0,-5 5 13 0 0,0 0 1 0 0,10-11 0 0 0,-7 4 62 0 0,-7 10-86 0 0,0-1 1 0 0,0 1 0 0 0,0-1 0 0 0,0 0-1 0 0,-1 0 1 0 0,1 0 0 0 0,-1 0 0 0 0,1 0-1 0 0,0-3 1 0 0,-1 0 7 0 0,1 0 0 0 0,0 1 0 0 0,0-1 0 0 0,0 1 0 0 0,1-1 0 0 0,0 1 0 0 0,0 0 0 0 0,0 0 0 0 0,1 0 0 0 0,-1 0 0 0 0,7-5 0 0 0,46-58 48 0 0,-52 64-64 0 0,0-1 0 0 0,-1 0 0 0 0,6-9 0 0 0,-5 8 0 0 0,-1 1 0 0 0,0-1 0 0 0,9-8 0 0 0,2-1 14 0 0,-1-2 0 0 0,0 0 0 0 0,17-31 0 0 0,-28 44-14 0 0,22-35 64 0 0,-17 28-64 0 0,0 0 0 0 0,8-18 0 0 0,-7 12 0 0 0,-5 12-13 0 0,6-9-34 0 0,-9 14 46 0 0,1 0 0 0 0,-1-1 0 0 0,0 1 0 0 0,0 0 0 0 0,0 0 0 0 0,1-1 0 0 0,-1 1 0 0 0,0 0 0 0 0,0 0 1 0 0,0-1-1 0 0,0 1 0 0 0,0 0 0 0 0,0-1 0 0 0,0 1 0 0 0,0 0 0 0 0,1-1 0 0 0,-1 1 0 0 0,0 0 0 0 0,0-1 0 0 0,0 1 0 0 0,-1 0 0 0 0,1-1 0 0 0,0 1 0 0 0,0 0 0 0 0,0-1 0 0 0,0 1 0 0 0,0 0 0 0 0,0-1 0 0 0,-3 1 257 0 0,-1 1-203 0 0,3-1-50 0 0,-3 1-2 0 0,1 0-1 0 0,0 0 1 0 0,0 1 0 0 0,0-1 0 0 0,1 1 0 0 0,-1-1 0 0 0,0 1 0 0 0,-4 3 0 0 0,-13 15-1 0 0,1-1 0 0 0,0 0 0 0 0,-17 24 0 0 0,21-22 0 0 0,-13 19 0 0 0,8-18 0 0 0,1 0 0 0 0,16-17 0 0 0,-1 0 0 0 0,0 0 0 0 0,-1-1 0 0 0,1 0 0 0 0,-1 0 0 0 0,-5 4 0 0 0,-12 10 0 0 0,-7 8 0 0 0,20-19 0 0 0,0 1 0 0 0,1 0 0 0 0,-11 12 0 0 0,17-17 0 0 0,-1-1 0 0 0,0 0 0 0 0,0 0 0 0 0,0 0 0 0 0,0 0 0 0 0,0-1 0 0 0,0 1 0 0 0,0-1 0 0 0,-1 0 0 0 0,1 0 0 0 0,-7 2 0 0 0,-8 2 0 0 0,-27 15 0 0 0,44-20-6 0 0,0 1 19 0 0,5 0-97 0 0,2 0 72 0 0,15 2 13 0 0,-19-3-1 0 0,1-1 0 0 0,0 1 0 0 0,-1-1 0 0 0,1 1 0 0 0,-1-1 0 0 0,1 0 0 0 0,0 0 0 0 0,-1 0 0 0 0,0 0 0 0 0,1 0 0 0 0,-1-1 0 0 0,3-1 0 0 0,24-24 0 0 0,-27 25 0 0 0,37-36 0 0 0,-9-5 0 0 0,-24 37 0 0 0,49-52 13 0 0,-45 46-5 0 0,-1 3-22 0 0,12-20-1 0 0,-2-6 15 0 0,-15 26 0 0 0,2-2 0 0 0,-1 0 0 0 0,1 0 0 0 0,1 0 0 0 0,0 1 0 0 0,1 0 0 0 0,10-11 0 0 0,-14 16 9 0 0,0-1 1 0 0,0 1-1 0 0,-1-1 1 0 0,1 0-1 0 0,3-10 0 0 0,-1 4-1 0 0,12-25-26 0 0,17-32-28 0 0,-27 54 50 0 0,-2 4 5 0 0,0 1 0 0 0,0 0-1 0 0,1 0 1 0 0,12-14 0 0 0,23-25-9 0 0,-18 20 0 0 0,-18 23-7 0 0,0 1-1 0 0,0 0 1 0 0,1 0 0 0 0,-1 0-1 0 0,1 1 1 0 0,0 0 0 0 0,14-6-1 0 0,-5 3 3 0 0,-9 3 5 0 0,0 1 0 0 0,0-1 0 0 0,-1 0 0 0 0,13-9 0 0 0,42-43 0 0 0,-47 44 0 0 0,1 0 0 0 0,24-15 0 0 0,0 0 0 0 0,10-15 0 0 0,7-5 0 0 0,-39 35 5 0 0,-2 2 8 0 0,-1 0 1 0 0,-1-1-1 0 0,0 0 1 0 0,15-17-1 0 0,-18 17 0 0 0,24-20 0 0 0,-21 20-1 0 0,18-19-1 0 0,-11 10-49 0 0,-15 17 33 0 0,-1-1 0 0 0,-1 1 0 0 0,1-1 0 0 0,0 0 0 0 0,-1 0 0 0 0,4-6 0 0 0,-5 7 5 0 0,1 0 0 0 0,-1-1 0 0 0,1 1 0 0 0,0 1 0 0 0,0-1 0 0 0,0 0 0 0 0,6-3 0 0 0,12-13 0 0 0,17-19 0 0 0,-29 31 0 0 0,-1 0 0 0 0,19-11 0 0 0,-1 0 0 0 0,-13 10-5 0 0,0 0-1 0 0,27-11 0 0 0,-1 0-1 0 0,61-33 7 0 0,-51 25 40 0 0,67-51 0 0 0,-102 69-27 0 0,1 0 0 0 0,-1 0 1 0 0,25-9-1 0 0,-6 2-18 0 0,130-71-75 0 0,-133 73 80 0 0,0 1 0 0 0,40-11 0 0 0,-60 21 0 0 0,1-1 0 0 0,-1 0 0 0 0,0-1 0 0 0,0 0 0 0 0,-1-1 0 0 0,14-10 0 0 0,0-3 0 0 0,24-25 0 0 0,-38 36 10 0 0,0 1-1 0 0,1 1 1 0 0,0 0-1 0 0,0 0 1 0 0,16-6-1 0 0,-7 3-2 0 0,3-2-7 0 0,14-8 0 0 0,2 1 0 0 0,53-16 0 0 0,84-9 64 0 0,-68 17-64 0 0,-74 15-7 0 0,96-33 206 0 0,-96 30-199 0 0,-13 4 0 0 0,1 1 0 0 0,29-8 0 0 0,-23 7 0 0 0,-22 8 0 0 0,0 0 0 0 0,-1 0 0 0 0,1 0 0 0 0,0 1 0 0 0,0 0 0 0 0,0 0 0 0 0,5-1 0 0 0,181-18 0 0 0,-127 15 128 0 0,-44 5-215 0 0,27-5 1 0 0,30-3 86 0 0,10 1 53 0 0,35-9-37 0 0,162-23 40 0 0,-120-1 63 0 0,-106 23-83 0 0,22-8-8 0 0,-46 13-16 0 0,53-11 1 0 0,289-14-13 0 0,-368 36 0 0 0,17-1 34 0 0,29-7-1 0 0,13-2 44 0 0,63-3-6 0 0,67-5-110 0 0,-100 18 81 0 0,-42 1-25 0 0,89-11 0 0 0,200-31 107 0 0,28-7-60 0 0,-36 13-64 0 0,-175 23 0 0 0,180 3 44 0 0,-135 8-24 0 0,-80-5-20 0 0,46-1 0 0 0,1 14 52 0 0,50 0 24 0 0,15-33 49 0 0,7 0 6 0 0,-145 26-131 0 0,75-4 0 0 0,-37-10 64 0 0,-76 9-64 0 0,59-2 0 0 0,-49 9 8 0 0,80-3 37 0 0,-144 1-39 0 0,22-1 13 0 0,1-2 1 0 0,41-11-1 0 0,-47 10-8 0 0,1 0-1 0 0,0 2 0 0 0,26-1 0 0 0,-6 1 24 0 0,64 1 9 0 0,8-1-11 0 0,58-12 173 0 0,96-5-129 0 0,-232 18-72 0 0,-9 0-4 0 0,94 0 0 0 0,-11 2 47 0 0,-55-1-30 0 0,-27 0 3 0 0,-21 0-9 0 0,-1 0 0 0 0,0 1 0 0 0,12 1 0 0 0,-12 0 10 0 0,0 0 1 0 0,1-2-1 0 0,11 0 0 0 0,12-2 22 0 0,38 5-43 0 0,-36-2 32 0 0,62 8 0 0 0,-90-6-3 0 0,1 0 0 0 0,-1 0-1 0 0,0 0 1 0 0,15 7 0 0 0,-7-4-29 0 0,31 23 53 0 0,-43-26-51 0 0,1 1 0 0 0,0-1 0 0 0,-1 0-1 0 0,1 0 1 0 0,9 2 0 0 0,-18-17-18 0 0,17 5-128 0 0,-11 7 121 0 0,0 0 1 0 0,0 0-1 0 0,0 0 1 0 0,0 0-1 0 0,0-1 1 0 0,0 1-1 0 0,0-1 1 0 0,0 0-1 0 0,-1 1 1 0 0,3-4-1 0 0,5-7-586 0 0,-1-1 0 0 0,0 0 0 0 0,9-23 0 0 0,7-28-1939 0 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13T18:36:29.313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119 2083 3223 0 0,'-6'6'358'0'0,"4"-4"-201"0"0,0 1 0 0 0,0-1 0 0 0,0 0 1 0 0,0 0-1 0 0,0 0 0 0 0,0 0 0 0 0,-1-1 0 0 0,1 1 0 0 0,-1 0 0 0 0,1-1 0 0 0,-1 0 1 0 0,1 0-1 0 0,-25 7 3025 0 0,12-4-2431 0 0,13-3-650 0 0,-1-1 122 0 0,-1 1-1 0 0,1-1 1 0 0,0 0-1 0 0,0 0 1 0 0,-1 0 0 0 0,1 0-1 0 0,-4-1 1 0 0,6 1-167 0 0,-5-5 724 0 0,6 5-724 0 0,-1-1 0 0 0,1 1 0 0 0,0-1-1 0 0,-1 0 1 0 0,1 0 32 0 0,0 0-1 0 0,0 0 0 0 0,-1-1 1 0 0,1 1-1 0 0,0 0 0 0 0,0 0 1 0 0,0 0-1 0 0,1-1 0 0 0,-1 1 1 0 0,0 0-1 0 0,0 0 1 0 0,1-2-1 0 0,1-1 206 0 0,0-1 0 0 0,0 1 0 0 0,0 0 1 0 0,1 0-1 0 0,-1 0 0 0 0,7-7 0 0 0,-6 7-47 0 0,1-1 0 0 0,-1 1 0 0 0,0-1-1 0 0,5-10 1 0 0,0-2 379 0 0,17-29 0 0 0,-10 20-340 0 0,0 3 98 0 0,0 0 1 0 0,2 0-1 0 0,23-23 0 0 0,-36 42-318 0 0,1 0-1 0 0,0 1 1 0 0,0 0-1 0 0,0 0 1 0 0,0 0 0 0 0,1 0-1 0 0,-1 1 1 0 0,1 0-1 0 0,-1 0 1 0 0,12-2-1 0 0,18-7 186 0 0,-28 8-201 0 0,56-26 530 0 0,-54 24-447 0 0,-1 0 1 0 0,-1 0 0 0 0,1-1 0 0 0,-1 0-1 0 0,10-10 1 0 0,14-17 180 0 0,32-38 379 0 0,-57 63-634 0 0,-2 4-9 0 0,0-1 1 0 0,-1 0-1 0 0,0 0 0 0 0,4-9 0 0 0,-5 10-22 0 0,0 1-1 0 0,0-1 0 0 0,0 1 0 0 0,1 0 1 0 0,3-4-1 0 0,-3 3 10 0 0,0 1 0 0 0,0-1 1 0 0,-1 0-1 0 0,4-5 0 0 0,21-43 166 0 0,-24 46-173 0 0,1 1 0 0 0,0 0 0 0 0,0-1 0 0 0,0 2 0 0 0,1-1 0 0 0,9-8 0 0 0,-11 10-7 0 0,1 0-1 0 0,-1 0 1 0 0,0 0-1 0 0,0-1 0 0 0,0 1 1 0 0,-1-1-1 0 0,4-5 1 0 0,-4 5 3 0 0,0 0 1 0 0,0 1 0 0 0,1-1 0 0 0,-1 1 0 0 0,1 0 0 0 0,0 0 0 0 0,4-4 0 0 0,3 0 21 0 0,-1-1-1 0 0,9-9 0 0 0,-12 10-22 0 0,1 1-1 0 0,-1 0 1 0 0,1 0-1 0 0,1 1 1 0 0,11-7-1 0 0,42-14 45 0 0,-45 21-40 0 0,-1-1 0 0 0,-1 0 0 0 0,1-1 0 0 0,23-16 0 0 0,-23 12 38 0 0,1 0 0 0 0,1 1 0 0 0,26-12 0 0 0,-25 14-17 0 0,-6 3-13 0 0,1 0-1 0 0,-1 0 1 0 0,17-13 0 0 0,-16 3-36 0 0,-12 13 0 0 0,-1 1 0 0 0,1-1 0 0 0,0 0 0 0 0,1 1 0 0 0,-1 0 0 0 0,0-1 0 0 0,0 1 0 0 0,1 0 0 0 0,-1-1 0 0 0,0 1 0 0 0,1 0 0 0 0,-1 0 0 0 0,1 0 0 0 0,2-1 0 0 0,-3 2-1 0 0,17-6 51 0 0,0-2 1 0 0,0 0-1 0 0,26-16 0 0 0,-34 16-29 0 0,0 1 1 0 0,1 0-1 0 0,0 1 0 0 0,0 0 1 0 0,0 1-1 0 0,1 0 0 0 0,0 0 1 0 0,22-4-1 0 0,124-33 31 0 0,-157 41-51 0 0,58-15 10 0 0,-27 7 21 0 0,37-14 0 0 0,126-49 160 0 0,-157 61-130 0 0,1 3-1 0 0,75-9 1 0 0,-87 14-55 0 0,4 0 56 0 0,0-3 0 0 0,-1 0 1 0 0,0-2-1 0 0,55-21 0 0 0,-70 24-53 0 0,-1 0 0 0 0,1 1 0 0 0,23-3 0 0 0,0-1 26 0 0,256-68 100 0 0,-228 59-36 0 0,129-15 0 0 0,-174 28-79 0 0,0-1-1 0 0,34-12 0 0 0,-43 13-17 0 0,42-16 75 0 0,-30 11-9 0 0,0 0 0 0 0,39-7 0 0 0,-4 8-35 0 0,62 1 0 0 0,-75 5-15 0 0,0-1-1 0 0,0-2 0 0 0,48-12 1 0 0,-71 12 18 0 0,-1 2-1 0 0,38-2 1 0 0,-34 3 3 0 0,42-7-1 0 0,-32 3-27 0 0,1 2 0 0 0,-1 2 0 0 0,53 2 0 0 0,6 1 4 0 0,48-2 48 0 0,-18-9 0 0 0,-92 8-43 0 0,65 6 0 0 0,-13 0 1 0 0,169-12 178 0 0,-172 7-96 0 0,-59 2-44 0 0,-1-1 0 0 0,1-1 0 0 0,36-6 0 0 0,-22 0 12 0 0,-16 3-12 0 0,28-8 0 0 0,-10 1-94 0 0,67-9 1 0 0,-25 5 4 0 0,44-18 29 0 0,-103 25 0 0 0,0 0 0 0 0,-1-2 0 0 0,31-19 0 0 0,51-29 0 0 0,-73 42 0 0 0,-20 11 0 0 0,1 0 0 0 0,0 1 0 0 0,0 0 0 0 0,20-4 0 0 0,49-3 0 0 0,-35 5 0 0 0,62-7 19 0 0,85-15 26 0 0,-119 19-45 0 0,-20 4 0 0 0,-35 2 2 0 0,127-12 60 0 0,-25 10-22 0 0,83-1 48 0 0,-26-4-54 0 0,-30 0 7 0 0,-136 10-26 0 0,167-1 23 0 0,219-3 90 0 0,-192 9-17 0 0,-145-1-94 0 0,184 18 47 0 0,210 17 64 0 0,-413-34-128 0 0,-5-1 0 0 0,62 1 0 0 0,-36-5 57 0 0,104 15 0 0 0,-33-1-27 0 0,-43-10-50 0 0,34 3 24 0 0,-75-1-4 0 0,29 1 0 0 0,201-4 117 0 0,-193 4-78 0 0,-45-3-21 0 0,67-2 0 0 0,-82-5 91 0 0,35-9-1 0 0,-6 1-157 0 0,75-13 129 0 0,-90 18-60 0 0,-18 1 14 0 0,1 1 1 0 0,0 2-1 0 0,0 0 1 0 0,46 4-1 0 0,14 15-34 0 0,-57-10 0 0 0,39 5 0 0 0,-3-6 18 0 0,56 6 28 0 0,-109-11-46 0 0,-1-1 0 0 0,1 0 0 0 0,0 0 0 0 0,0-1 0 0 0,0 0 0 0 0,11-3 0 0 0,10-7 160 0 0,-26 11 176 0 0,1 0-283 0 0,108-8-106 0 0,-124 3 104 0 0,1 0-1 0 0,-1 1 1 0 0,-19-4 0 0 0,-83-7 45 0 0,0 5 1 0 0,-1 6-1 0 0,1 4 1 0 0,-149 19-1 0 0,10 30-53 0 0,41-5-27 0 0,-241 17-96 0 0,108-42 80 0 0,224-16 0 0 0,-162 24 0 0 0,-2-1 0 0 0,49-14 0 0 0,-168 2 0 0 0,306-14 0 0 0,29 0 0 0 0,-68-7 0 0 0,-70-3 30 0 0,1 17 4 0 0,187-6-34 0 0,5 0 0 0 0,-337 19 0 0 0,31 24 64 0 0,217-23-77 0 0,-148 23-38 0 0,-105-4 115 0 0,333-39-64 0 0,-38-1 0 0 0,23-1 0 0 0,17 3-64 0 0,19-2 62 0 0,1 0 0 0 0,0 0 1 0 0,0 0-1 0 0,-1 0 0 0 0,1 0 0 0 0,0 0 0 0 0,0 1 0 0 0,0-1 1 0 0,0 0-1 0 0,-1 0 0 0 0,1 0 0 0 0,0 0 0 0 0,0 0 1 0 0,0 1-1 0 0,0-1 0 0 0,-1 0 0 0 0,1 0 0 0 0,0 0 0 0 0,0 0 1 0 0,0 1-1 0 0,0-1 0 0 0,0 0 0 0 0,0 0 0 0 0,0 0 1 0 0,0 1-1 0 0,0-1 0 0 0,0 0 0 0 0,0 0 0 0 0,-1 1 0 0 0,1-1 1 0 0,0 0-1 0 0,0 0 0 0 0,1 0 0 0 0,-1 1 0 0 0,0-1 0 0 0,0 0 1 0 0,0 0-1 0 0,0 0 0 0 0,0 1 0 0 0,0-1 0 0 0,5 3-188 0 0,-1-1 159 0 0,0 0-15 0 0,0 0 1 0 0,-1-1 0 0 0,1 1 0 0 0,0-1-1 0 0,8 2 1 0 0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13T18:34:51.067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646 0 7687 0 0,'-25'3'6210'0'0,"13"0"-5988"0"0,10-2-145 0 0,0 0 0 0 0,1 0 1 0 0,-1 0-1 0 0,1 0 0 0 0,0 0 0 0 0,-1 0 0 0 0,1 1 0 0 0,0-1 0 0 0,0 0 0 0 0,-1 1 0 0 0,1-1 0 0 0,0 1 0 0 0,1-1 0 0 0,-1 1 0 0 0,0-1 1 0 0,0 1-1 0 0,0 2 0 0 0,-7 9 663 0 0,-11 10 116 0 0,10-13-281 0 0,-16 23 0 0 0,7-7-303 0 0,7-14-104 0 0,-23 21 0 0 0,25-26-92 0 0,1 1 1 0 0,1-1 0 0 0,0 1-1 0 0,0 0 1 0 0,0 1 0 0 0,1 0-1 0 0,-8 13 1 0 0,5-2-61 0 0,-1 0 0 0 0,-1 0 0 0 0,-14 19 0 0 0,6-16 291 0 0,13-18-214 0 0,1 1-1 0 0,0 1 0 0 0,1-1 1 0 0,-7 11-1 0 0,8-12-48 0 0,0 0 0 0 0,0-1 0 0 0,-7 8-1 0 0,-9 13-11 0 0,2-1 74 0 0,-3 6 23 0 0,17-25-119 0 0,0-1 1 0 0,0 1 0 0 0,0-1 0 0 0,-1 0-1 0 0,-4 4 1 0 0,5-5 8 0 0,-1 1 0 0 0,1 0 1 0 0,0 0-1 0 0,0-1 0 0 0,0 2 0 0 0,-2 4 0 0 0,-24 44 76 0 0,12-16 12 0 0,-1 0-43 0 0,11-19-54 0 0,4-13-10 0 0,1 0 0 0 0,0 1 0 0 0,0-1 0 0 0,1 1 0 0 0,0-1 0 0 0,0 1 0 0 0,-1 8 0 0 0,3-16 32 0 0,0-1-1 0 0,0 1 1 0 0,0-1-1 0 0,1 1 1 0 0,-1 0-1 0 0,3-4 1 0 0,11-19 147 0 0,-2 1-122 0 0,1 0 1 0 0,2 0-1 0 0,18-21 0 0 0,-6 7-14 0 0,-12 19-27 0 0,30-29 1 0 0,9-11 67 0 0,35-75 7 0 0,-31 44 10 0 0,-46 70-74 0 0,15-34-1 0 0,-19 36-19 0 0,0-1 1 0 0,20-26-1 0 0,-25 39-7 0 0,-4 5 0 0 0,0 1 0 0 0,1-1 0 0 0,-1 0 0 0 0,1 0 0 0 0,-1 1 0 0 0,0-1 0 0 0,1 0 0 0 0,0 1 0 0 0,-1-1 0 0 0,1 0 0 0 0,-1 1 0 0 0,1-1 0 0 0,0 1 0 0 0,-1-1 0 0 0,1 1 0 0 0,1-2 0 0 0,-1 2 0 0 0,-1 0 0 0 0,0 1 0 0 0,0-1 0 0 0,0 0 1 0 0,1 0-1 0 0,-1 0 0 0 0,0 0 0 0 0,0 0 0 0 0,0 0 0 0 0,1 0 0 0 0,-1 1 0 0 0,0-1 0 0 0,0 0 0 0 0,0 0 0 0 0,1 0 1 0 0,-1 0-1 0 0,0 1 0 0 0,0-1 0 0 0,0 0 0 0 0,0 0 0 0 0,0 0 0 0 0,0 1 0 0 0,1-1 0 0 0,-1 0 0 0 0,0 0 0 0 0,0 0 0 0 0,0 1 1 0 0,0-1-1 0 0,0 0 0 0 0,0 0 0 0 0,0 1 0 0 0,0-1 0 0 0,0 0 0 0 0,0 0 0 0 0,0 1 0 0 0,0-1 0 0 0,0 0 0 0 0,0 0 1 0 0,0 0-1 0 0,0 1 0 0 0,-1-1 0 0 0,1 0 0 0 0,0 0 0 0 0,0 1 0 0 0,0-1 0 0 0,0 0 0 0 0,0 0 0 0 0,-1 6 49 0 0,-2 9-15 0 0,1 0 0 0 0,-2-1-1 0 0,-9 26 1 0 0,2-8-21 0 0,-4 8-3 0 0,0-11 16 0 0,-2 0 0 0 0,-1-1 0 0 0,-1-1-1 0 0,-2 0 1 0 0,0-2 0 0 0,-43 39 0 0 0,-16-3 23 0 0,42-33-34 0 0,-6 2-15 0 0,37-24 0 0 0,6-5 0 0 0,0 1 0 0 0,0-1 0 0 0,-1 0 0 0 0,1-1 0 0 0,0 1 0 0 0,0 0 0 0 0,-1 0 0 0 0,1 0 0 0 0,0-1 0 0 0,-2 1 0 0 0,-1 1 0 0 0,1 1 0 0 0,0-1 0 0 0,0 0 0 0 0,0 1 0 0 0,-3 4 0 0 0,3-5 0 0 0,-20 29 72 0 0,15-16-72 0 0,7-12 0 0 0,0-1 0 0 0,0 1 0 0 0,-1-1 0 0 0,1 1 0 0 0,-1-1 0 0 0,1 0 0 0 0,-5 4 0 0 0,3 0 0 0 0,3-6 0 0 0,-3 9 0 0 0,-1-1 0 0 0,-6 13 0 0 0,7-17 0 0 0,1 0 0 0 0,0 1 0 0 0,1-1 0 0 0,-3 7 0 0 0,3-7 0 0 0,-1 1 0 0 0,1-1 0 0 0,-1 0 0 0 0,0 0 0 0 0,-4 7 0 0 0,4-7 0 0 0,0-1 0 0 0,0 1 0 0 0,0 0 0 0 0,0 0 0 0 0,0 4 0 0 0,-6 10 0 0 0,6-12 0 0 0,-1 1 0 0 0,1-1 0 0 0,0 1 0 0 0,1-1 0 0 0,-1 8 0 0 0,2-14-3 0 0,0 1 2 0 0,0-1 0 0 0,0 0 0 0 0,0 0 0 0 0,0 0 0 0 0,0 0 0 0 0,0 0 0 0 0,0 0 0 0 0,0 0 0 0 0,0 1 0 0 0,0-1 0 0 0,0 0 0 0 0,0 0 0 0 0,0 0 0 0 0,0 0 0 0 0,0 0 0 0 0,0 0 0 0 0,0 0 0 0 0,0 0 0 0 0,0 1 0 0 0,0-1 0 0 0,0 0 1 0 0,0 0-1 0 0,0 0 0 0 0,0 0 0 0 0,0 0 0 0 0,1 0 0 0 0,-1 0 0 0 0,0 0 0 0 0,0 0 0 0 0,0 0 0 0 0,0 1 0 0 0,0-1 0 0 0,0 0 0 0 0,0 0 0 0 0,0 0 0 0 0,1 0 0 0 0,-1 0 0 0 0,0 0 0 0 0,0 0 0 0 0,0 0 0 0 0,0 0 0 0 0,0 0 0 0 0,0 0 0 0 0,0 0 1 0 0,1 0-1 0 0,-1 0 0 0 0,0 0 0 0 0,0 0 0 0 0,0 0 0 0 0,0 0 0 0 0,0 0 0 0 0,0 0 0 0 0,0 0 0 0 0,0 0 0 0 0,1 0 0 0 0,-1-1 0 0 0,0 1 0 0 0,0 0 0 0 0,17-26-2 0 0,-2-1 1 0 0,-1-1-1 0 0,16-42 0 0 0,-19 44 2 0 0,38-75 18 0 0,-39 85-5 0 0,0 0 0 0 0,1 1-1 0 0,24-27 1 0 0,52-33-12 0 0,-66 53 117 0 0,-24 22 3 0 0,-5 6 159 0 0,-29 38-207 0 0,-42 48-76 0 0,65-76 16 0 0,1 0 1 0 0,1 1-1 0 0,0 1 0 0 0,1 0 0 0 0,-13 31 1 0 0,-31 103 41 0 0,43-100-54 0 0,9-37 0 0 0,0 0 0 0 0,-11 26 0 0 0,14-39 0 0 0,-1-1 0 0 0,1 1 0 0 0,0-1 0 0 0,0 1 0 0 0,0-1 0 0 0,0 1 0 0 0,0-1 0 0 0,0 1 0 0 0,0-1 0 0 0,0 3 0 0 0,1 7 0 0 0,0-30 43 0 0,2-1-1 0 0,6-27 1 0 0,-7 37-16 0 0,46-171 217 0 0,-23 95-171 0 0,-15 58-73 0 0,1 0 0 0 0,18-34 0 0 0,-29 62 0 0 0,0 0 0 0 0,0 0 0 0 0,0 0 0 0 0,0 0 0 0 0,0 0 0 0 0,1 0 0 0 0,-1-1 0 0 0,0 1 0 0 0,0 0 0 0 0,0 0 0 0 0,0 0 0 0 0,0 0 0 0 0,0 0 0 0 0,1-1 0 0 0,-1 1 0 0 0,0 0 0 0 0,0 0 0 0 0,0 0 0 0 0,0 0 0 0 0,1 0 0 0 0,-1 0 0 0 0,0 0 0 0 0,0 0 0 0 0,0 0 0 0 0,0-1 0 0 0,1 1 0 0 0,-1 0 0 0 0,0 0 0 0 0,0 0 0 0 0,0 0 0 0 0,1 0 0 0 0,-1 0 0 0 0,0 0 0 0 0,0 0 0 0 0,0 1 0 0 0,1-1 0 0 0,-1 0 0 0 0,0 0 0 0 0,0 0 0 0 0,0 0 0 0 0,1 0 0 0 0,-1 0 0 0 0,0 0 0 0 0,0 0 0 0 0,0 1 0 0 0,0 0 0 0 0,-1 0 0 0 0,0 0 0 0 0,0 0 0 0 0,0 0 0 0 0,0 0 0 0 0,0 1 0 0 0,1-1 0 0 0,-1 0 0 0 0,0 1 0 0 0,1-1 0 0 0,-1 0 0 0 0,0 4 0 0 0,-6 11 0 0 0,-17 31 0 0 0,-32 91 0 0 0,25-50 0 0 0,26-72 0 0 0,0 0 0 0 0,1 1 0 0 0,-3 23 0 0 0,1-10 0 0 0,4-22 0 0 0,1 0 0 0 0,-2 15 0 0 0,3-23 0 0 0,0 0 0 0 0,0 1 0 0 0,-1-1 0 0 0,1 1 0 0 0,0-1 0 0 0,0 0 0 0 0,0 1 0 0 0,0-1 0 0 0,0 1 0 0 0,0-1 0 0 0,0 0 0 0 0,0 1 0 0 0,-1-1 0 0 0,1 1 0 0 0,1-1 0 0 0,-1 0 0 0 0,0 1 0 0 0,0-1 0 0 0,0 1 0 0 0,0-1 0 0 0,0 1 0 0 0,0-1 0 0 0,0 0 0 0 0,1 1 0 0 0,-1 0 0 0 0,1-3 15 0 0,0 0 1 0 0,0 0-1 0 0,0 1 0 0 0,0-1 0 0 0,-1 0 0 0 0,1 0 1 0 0,-1 0-1 0 0,1 0 0 0 0,0-3 0 0 0,3-19-1 0 0,21-79-12 0 0,-15 69-2 0 0,5-17 0 0 0,2 8 0 0 0,-8 19 0 0 0,16-31 0 0 0,-19 45 0 0 0,0-2 0 0 0,16-22 0 0 0,-7 22 0 0 0,-13 11 0 0 0,0 0 0 0 0,-1 0 0 0 0,1-1 0 0 0,0 1 0 0 0,0-1 0 0 0,-1 0 0 0 0,3-1 0 0 0,2 0 73 0 0,-6 3-76 0 0,0 1 1 0 0,0-1-1 0 0,1 0 1 0 0,-1 1-1 0 0,0-1 1 0 0,0 0 0 0 0,0 1-1 0 0,0-1 1 0 0,1 0-1 0 0,-1 1 1 0 0,0-1-1 0 0,0 0 1 0 0,0 1-1 0 0,0-1 1 0 0,0 0 0 0 0,0 1-1 0 0,0-1 1 0 0,0 1-1 0 0,0-1 1 0 0,0 0-1 0 0,0 1 1 0 0,0-1 0 0 0,0 0-1 0 0,-1 1 1 0 0,1-1-1 0 0,0 0 1 0 0,0 1-1 0 0,0-1 1 0 0,0 0-1 0 0,-1 1 1 0 0,1-1 0 0 0,-1 1-1 0 0,-15 32 3 0 0,-37 58 0 0 0,-3 12 72 0 0,48-90-72 0 0,1 1 0 0 0,0 0 0 0 0,1 0 0 0 0,-5 18 0 0 0,7-19 0 0 0,2-4 0 0 0,-1 0 0 0 0,-5 14 0 0 0,6-12 0 0 0,34-77 0 0 0,-19 30-6 0 0,53-129 76 0 0,-55 142-54 0 0,1 0 0 0 0,2 1 0 0 0,27-35 0 0 0,-30 41-19 0 0,-9 12 17 0 0,1 1 1 0 0,-1 0-1 0 0,0 0 0 0 0,1 0 0 0 0,0 0 0 0 0,0 0 0 0 0,0 1 0 0 0,5-4 0 0 0,-7 5-13 0 0,0 0 0 0 0,1 0 0 0 0,-1 0 0 0 0,0 0 0 0 0,0 0 0 0 0,0-1 0 0 0,0 1 0 0 0,0 0 0 0 0,0 0 0 0 0,0-1 0 0 0,1-1 0 0 0,-6 7-1 0 0,-33 44 0 0 0,25-35 0 0 0,1 1 0 0 0,1 0 0 0 0,-13 23 0 0 0,5-1 0 0 0,2 1 0 0 0,2 1 0 0 0,-11 43 0 0 0,24-74 0 0 0,-26 90 0 0 0,25-87 0 0 0,9-24 0 0 0,11-27 0 0 0,1 0 0 0 0,2 2 0 0 0,2 0 0 0 0,48-60 0 0 0,-60 86 20 0 0,-5 6 7 0 0,0 0 0 0 0,-1 0 0 0 0,8-14 0 0 0,-10 15-27 0 0,-6 12 0 0 0,-8 19 0 0 0,-2-1 0 0 0,-26 37 0 0 0,-2 2 0 0 0,7-12 64 0 0,30-45-64 0 0,5-13 0 0 0,25-54 34 0 0,-15 37-15 0 0,6-9-42 0 0,0 1 0 0 0,42-56 0 0 0,-25 51 23 0 0,-26 29 0 0 0,5 0 0 0 0,-13 8 0 0 0,3 0-20 0 0,0 9-13 0 0,-2-5 32 0 0,-1 0 0 0 0,-1 1 1 0 0,1-1-1 0 0,-1 1 0 0 0,1-1 0 0 0,-1 0 0 0 0,0 0 1 0 0,-1 1-1 0 0,1-1 0 0 0,-1 0 0 0 0,1 0 1 0 0,-1 0-1 0 0,-3 4 0 0 0,-47 65 1 0 0,-13 21 0 0 0,28-39 0 0 0,28-43 0 0 0,7-9 0 0 0,0-1 0 0 0,0 1 0 0 0,0 0 0 0 0,0 0 0 0 0,0 0 0 0 0,0 3 0 0 0,-1-4 0 0 0,3-13 0 0 0,4-23 0 0 0,-1 18 0 0 0,-1 0 0 0 0,0-1 0 0 0,-2 0 0 0 0,0-16 0 0 0,-1 32 0 0 0,-4-24 3 0 0,5 24-3 0 0,0 1 0 0 0,0-1 0 0 0,0 1-1 0 0,0 0 1 0 0,-1-1 0 0 0,1 1-1 0 0,0-1 1 0 0,0 1 0 0 0,0 0 0 0 0,0-1-1 0 0,-1 1 1 0 0,1-1 0 0 0,0 1-1 0 0,-1 0 1 0 0,1-1 0 0 0,0 1-1 0 0,0 0 1 0 0,-1 0 0 0 0,1-1 0 0 0,0 1-1 0 0,-1 0 1 0 0,1 0 0 0 0,-1-1-1 0 0,1 1 1 0 0,0 0 0 0 0,-1 0 0 0 0,1 0-1 0 0,-1 0 1 0 0,1 0 0 0 0,0 0-1 0 0,-1-1 1 0 0,1 1 0 0 0,-1 0 0 0 0,1 0-1 0 0,-1 0 1 0 0,1 0 0 0 0,0 1-1 0 0,-1-1 1 0 0,1 0 0 0 0,-1 0-1 0 0,1 0 1 0 0,-1 0 0 0 0,1 0 0 0 0,0 0-1 0 0,-1 1 1 0 0,1-1 0 0 0,0 0-1 0 0,-1 0 1 0 0,1 1 0 0 0,-1-1 0 0 0,1 0-1 0 0,0 0 1 0 0,0 1 0 0 0,-1-1-1 0 0,1 0 1 0 0,0 1 0 0 0,-7 6-18 0 0,1 0 0 0 0,0 0 0 0 0,0 1-1 0 0,1-1 1 0 0,0 1 0 0 0,-6 14 0 0 0,-5 17-104 0 0,-15 53 0 0 0,28-83 122 0 0,0 1 0 0 0,0 0 0 0 0,-6 11 0 0 0,8-11 152 0 0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13T18:34:53.141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169 6 3223 0 0,'-10'-6'11638'0'0,"-1"22"-11258"0"0,5-3-326 0 0,1 1 1 0 0,0 0 0 0 0,1 0 0 0 0,0 0 0 0 0,-2 20-1 0 0,-6 20-137 0 0,-3-8 848 0 0,-37 81 1 0 0,40-96-111 0 0,9-23-481 0 0,0 1 0 0 0,-1-1 0 0 0,-12 15 552 0 0,19-33-271 0 0,-3 6-368 0 0,0-9-44 0 0,0 0 1 0 0,1 0-1 0 0,1 0 1 0 0,3-17-1 0 0,19-54 43 0 0,2-7-92 0 0,-21 72 6 0 0,11-27 0 0 0,-12 35 0 0 0,-3 9 0 0 0,-1 1 0 0 0,0 1 0 0 0,0-1 0 0 0,0 1 0 0 0,0-1 0 0 0,1 1 0 0 0,-1-1 0 0 0,0 1 0 0 0,0-1 0 0 0,1 1 0 0 0,-1-1 0 0 0,0 1 0 0 0,1-1 0 0 0,-1 1 0 0 0,0 0 0 0 0,1-1 0 0 0,-1 1 0 0 0,1 0 0 0 0,-1-1 0 0 0,1 1 0 0 0,-1 0 0 0 0,1 0 0 0 0,-1-1 0 0 0,1 1 0 0 0,0 0 0 0 0,-1 0 0 0 0,0 0 0 0 0,0 0 0 0 0,0 0 0 0 0,0 0 0 0 0,0 0 0 0 0,1 0 0 0 0,-1 0 0 0 0,0 0 0 0 0,0 1 0 0 0,0-1 0 0 0,0 0 0 0 0,0 0 0 0 0,1 0 0 0 0,-1 0 0 0 0,0 0 0 0 0,0 0 0 0 0,0 1 0 0 0,0-1 0 0 0,0 0 0 0 0,0 0 0 0 0,0 0 0 0 0,0 0 0 0 0,0 0 0 0 0,1 1 0 0 0,-1-1 0 0 0,0 0 0 0 0,0 0 0 0 0,0 0 0 0 0,0 0 0 0 0,0 1 0 0 0,0-1 0 0 0,0 0 0 0 0,0 0 0 0 0,0 0 0 0 0,0 0 0 0 0,0 1 0 0 0,0-1 0 0 0,-1 0 0 0 0,1 0 0 0 0,0 0 0 0 0,0 1 0 0 0,0 9 0 0 0,-1-9 0 0 0,0 24 0 0 0,-2 0 0 0 0,0 0 0 0 0,-10 31 0 0 0,1-5 0 0 0,8-33 5 0 0,-2-1-1 0 0,0 0 1 0 0,-13 24 0 0 0,-5 14 108 0 0,19-38 54 0 0,3-7-18 0 0,4-12-146 0 0,0 0 1 0 0,0 0-1 0 0,0 0 0 0 0,0 0 0 0 0,0-1 1 0 0,0 1-1 0 0,-1 0 0 0 0,1-1 0 0 0,-1 0 1 0 0,2-3-1 0 0,11-35 66 0 0,-3 10-26 0 0,21-53 89 0 0,-5-4-132 0 0,-28 83-16 0 0,1 5 20 0 0,0 0 0 0 0,0 0 0 0 0,0 0 0 0 0,0 0 0 0 0,0 0 0 0 0,0 0 0 0 0,0 0 0 0 0,0 0 0 0 0,0 1 0 0 0,0-1 0 0 0,0 0 0 0 0,0 0 0 0 0,0 0 0 0 0,0 0-1 0 0,0 0 1 0 0,0 0 0 0 0,-1 0 0 0 0,1 0 0 0 0,0 0 0 0 0,0 0 0 0 0,0 0 0 0 0,0 0 0 0 0,0 0 0 0 0,0 0 0 0 0,0 0 0 0 0,0 0 0 0 0,0 0 0 0 0,0 0 0 0 0,0 0 0 0 0,0 0 0 0 0,0 0 0 0 0,-1 0-1 0 0,1 0 1 0 0,0 0 0 0 0,0 0 0 0 0,0 0 0 0 0,0 0 0 0 0,0 0 0 0 0,0 0 0 0 0,0 0 0 0 0,0 0 0 0 0,0 0 0 0 0,0 0 0 0 0,0 0 0 0 0,0 0 0 0 0,0 0 0 0 0,0 0 0 0 0,0 0 0 0 0,-1-1 0 0 0,-65 178 6 0 0,46-114 118 0 0,16-56-128 0 0,10-9 0 0 0,5-9 26 0 0,-1 1 0 0 0,-1-1 0 0 0,0-1 0 0 0,0 0 0 0 0,8-15 0 0 0,6-8 10 0 0,-19 27-25 0 0,1 0 0 0 0,-1 0 0 0 0,4-12 0 0 0,1-2 60 0 0,-10 20-69 0 0,-4 7 137 0 0,-3 5-128 0 0,1 0 0 0 0,0 0-1 0 0,0 1 1 0 0,1 0 0 0 0,-7 19-1 0 0,8-18-39 0 0,4-10 11 0 0,0 0-1 0 0,0 0 0 0 0,0 0 1 0 0,1 0-1 0 0,-1 0 0 0 0,1 0 0 0 0,-1 0 1 0 0,1 1-1 0 0,0 1 0 0 0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13T18:34:55.774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434 16 3223 0 0,'-4'-15'9784'0'0,"-23"39"-9285"0"0,1 1 0 0 0,1 2-1 0 0,-22 30 1 0 0,27-28-231 0 0,2 1 0 0 0,0 1 1 0 0,-17 45-1 0 0,25-54-185 0 0,-61 120 518 0 0,56-117-326 0 0,-2-1 1 0 0,-1 0-1 0 0,-1-1 0 0 0,-24 22 0 0 0,42-44-225 0 0,0 0 0 0 0,-1 0 0 0 0,1 0 0 0 0,0-1 0 0 0,0 1-1 0 0,0 0 1 0 0,-1 0 0 0 0,1-1 0 0 0,0 1 0 0 0,-2 0 0 0 0,-3-3 237 0 0,7-7-149 0 0,20-50-72 0 0,68-113-66 0 0,-82 160 0 0 0,7-14 0 0 0,2-1 0 0 0,36-45 0 0 0,-17 27 0 0 0,-23 28 0 0 0,22-22 0 0 0,-32 37 0 0 0,0 0 0 0 0,0 0 0 0 0,1 0 0 0 0,-1 1 0 0 0,1-1 0 0 0,-1 1 0 0 0,1 0 0 0 0,-1 0 0 0 0,5-2 0 0 0,-5 3 0 0 0,-1 1 5 0 0,1 1-15 0 0,-7 7 43 0 0,3-4-1 0 0,-151 254-20 0 0,106-196 25 0 0,-22 35 265 0 0,43-51-117 0 0,40-71-56 0 0,1 1-1 0 0,26-32 1 0 0,5-6-4 0 0,0-3-47 0 0,15-20 15 0 0,-29 35-50 0 0,52-60 0 0 0,-83 107-22 0 0,-1 2-18 0 0,0-1 1 0 0,0 1 0 0 0,0 0-1 0 0,1 0 1 0 0,-1-1 0 0 0,0 1-1 0 0,0 0 1 0 0,1 0 0 0 0,-1-1-1 0 0,0 1 1 0 0,0 0 0 0 0,1 0-1 0 0,-1 0 1 0 0,0-1 0 0 0,1 1-1 0 0,-1 0 1 0 0,0 0 0 0 0,1 0-1 0 0,-1 0 1 0 0,0 0 0 0 0,1 0-1 0 0,-1 0 1 0 0,0 0 0 0 0,1 0-1 0 0,-1 0 1 0 0,0 0 0 0 0,1 0-1 0 0,-1 0 1 0 0,0 0 2 0 0,0 1 1 0 0,0 0-1 0 0,0 0 1 0 0,0-1-1 0 0,0 1 0 0 0,0 0 1 0 0,-1 0-1 0 0,1-1 1 0 0,0 1-1 0 0,-1 0 1 0 0,1-1-1 0 0,0 1 0 0 0,-1 0 1 0 0,1-1-1 0 0,-1 1 1 0 0,1-1-1 0 0,-1 1 0 0 0,1-1 1 0 0,-1 1-1 0 0,0-1 1 0 0,0 1-1 0 0,0 1 1 0 0,-1-1-1 0 0,1 1 1 0 0,0 0 0 0 0,-1-1-1 0 0,1 1 1 0 0,0 0 0 0 0,0 0-1 0 0,0-1 1 0 0,0 4-1 0 0,-3 3 3 0 0,-97 182-28 0 0,77-145 19 0 0,-3-2 0 0 0,-2-1 0 0 0,-35 40 0 0 0,41-53 0 0 0,13-17 6 0 0,0 0 16 0 0,0 1 0 0 0,-13 23 0 0 0,52-63-22 0 0,8-14-5 0 0,17-19 76 0 0,59-85-1 0 0,-102 129-48 0 0,0 1-1 0 0,17-16 0 0 0,-21 25 5 0 0,-9 11 31 0 0,-11 12 42 0 0,0 0-94 0 0,-23 36 1 0 0,28-38-6 0 0,-1-1 0 0 0,0 0 0 0 0,-2-1-1 0 0,-19 22 1 0 0,14-19 0 0 0,11-11 0 0 0,0 0 0 0 0,0 0 0 0 0,-8 4 0 0 0,10-5 0 0 0,3-4 0 0 0,-1 1 0 0 0,0-1 0 0 0,1 1 0 0 0,-1-1 0 0 0,1 1 0 0 0,-1 0 0 0 0,0-1 0 0 0,1 0 0 0 0,-1 1 0 0 0,0-1 0 0 0,1 1 0 0 0,-1-1 0 0 0,0 0 0 0 0,0 0 0 0 0,1 1 0 0 0,-3-1 0 0 0,4-2 0 0 0,-1 1 0 0 0,0-1 0 0 0,0 1 0 0 0,1-1 0 0 0,-1 1 0 0 0,1-1 0 0 0,-1 1 0 0 0,3-3 0 0 0,52-83 0 0 0,9-14 0 0 0,-63 100 0 0 0,4-10 10 0 0,2 0-1 0 0,0 0 0 0 0,0 1 0 0 0,1 0 0 0 0,0 0 0 0 0,12-10 0 0 0,-18 19 2 0 0,-2 2 25 0 0,-1 0 0 0 0,1 0 0 0 0,-1 0 0 0 0,1 0-1 0 0,0 0 1 0 0,-1 0 0 0 0,1 0 0 0 0,0 0 0 0 0,0 0 0 0 0,0 0 0 0 0,0 0 0 0 0,0 0 0 0 0,0 0 0 0 0,0 0 0 0 0,0 2 0 0 0,1 0-119 0 0,-1-2-36 0 0,-2 4 19 0 0,-30 94 76 0 0,-18 63 28 0 0,48-155-4 0 0,1-3 0 0 0,-1 1 0 0 0,1-1 0 0 0,0 0 0 0 0,1 1 0 0 0,-1-1 0 0 0,1 1 0 0 0,-1-1 0 0 0,1 1 0 0 0,1 0 0 0 0,0 4 0 0 0,-1-8 2 0 0,0-1-1 0 0,0 1 1 0 0,0-1 0 0 0,0 0-1 0 0,1 1 1 0 0,-1-1-1 0 0,0 0 1 0 0,0 1 0 0 0,0-1-1 0 0,1 0 1 0 0,-1 1-1 0 0,0-1 1 0 0,0 0 0 0 0,1 1-1 0 0,-1-1 1 0 0,0 0-1 0 0,1 0 1 0 0,-1 0 0 0 0,1 1-1 0 0,0-1 1 0 0,-1 0-1 0 0,1 0 1 0 0,0 0-1 0 0,0 0 1 0 0,-1 0-1 0 0,1-1 1 0 0,0 1-1 0 0,-1 0 1 0 0,1 0-1 0 0,0 0 1 0 0,-1-1-1 0 0,1 1 1 0 0,0 0-1 0 0,-1-1 1 0 0,1 1 0 0 0,0-1-1 0 0,-1 1 1 0 0,1-1-1 0 0,-1 1 1 0 0,1-2-1 0 0,21-18 21 0 0,-1-1-1 0 0,-1-1 0 0 0,-1-1 1 0 0,-1 0-1 0 0,23-41 0 0 0,-31 43-19 0 0,-2 0-1 0 0,0 0 0 0 0,5-29 1 0 0,-4 16 56 0 0,-8 22-4 0 0,-4 15 13 0 0,-5 10-60 0 0,-26 52-88 0 0,-44 64 0 0 0,56-96 59 0 0,6-8 6 0 0,-20 23 0 0 0,24-38 16 0 0,11-9 0 0 0,1-1 0 0 0,-1 1 0 0 0,1-1 0 0 0,0 0 0 0 0,-1 1 0 0 0,1-1 0 0 0,-1 0 0 0 0,1 0 0 0 0,-1 0 0 0 0,1 1 0 0 0,-1-1 0 0 0,0 0 0 0 0,1 0 0 0 0,-1 0 0 0 0,1 0 0 0 0,-1 0 0 0 0,1 0 0 0 0,-1 0 0 0 0,1 0 0 0 0,-1 0 0 0 0,0 0 0 0 0,1 0 0 0 0,-1 0 0 0 0,0-1-1 0 0,1-2-20 0 0,7-4-10 0 0,25-40-8 0 0,-19 25 21 0 0,21-23 0 0 0,-11 17 18 0 0,-1 0 0 0 0,-1-1 0 0 0,-2-1 0 0 0,29-62 0 0 0,-45 85 0 0 0,-3 6 0 0 0,0-1 0 0 0,1 1 0 0 0,-1 0 0 0 0,1-1 0 0 0,-1 1 0 0 0,1-1 0 0 0,0 1 0 0 0,0 0 0 0 0,0-1 0 0 0,1 0 0 0 0,-8 15 54 0 0,-21 50-2365 0 0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13T18:35:49.03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133 885 3223 0 0,'2'-6'2072'0'0,"78"-101"-936"0"0,-71 91-538 0 0,-1 0 0 0 0,0 0 0 0 0,8-29 0 0 0,2-2-62 0 0,11-39 187 0 0,-12 28-38 0 0,39-115 1898 0 0,-54 168-2512 0 0,-1 3-31 0 0,0 0-1 0 0,0 0 1 0 0,-1 0-1 0 0,1 0 1 0 0,-1 0-1 0 0,1 0 1 0 0,-1 0-1 0 0,0 0 1 0 0,0 0-1 0 0,0 0 1 0 0,0-3-1 0 0,-9 26 353 0 0,-55 163-26 0 0,-6-10-257 0 0,13-34-16 0 0,45-111-93 0 0,0 2 0 0 0,1 1 0 0 0,-11 48 0 0 0,17-61 15 0 0,4-16 13 0 0,0 1 0 0 0,0 0 0 0 0,0 0 1 0 0,0 0-1 0 0,1-1 0 0 0,-1 1 1 0 0,1 0-1 0 0,0 0 0 0 0,1 4 1 0 0,1-7 223 0 0,0-4-41 0 0,2-6 68 0 0,14-66 441 0 0,4-18-524 0 0,25-47 172 0 0,18-69-97 0 0,-23 64-180 0 0,-22 80-65 0 0,-16 51-11 0 0,1-1 0 0 0,0 1 0 0 0,1 0 0 0 0,12-18 0 0 0,-22 35 201 0 0,3-2-202 0 0,0 0 1 0 0,0 0 0 0 0,0-1-1 0 0,1 1 1 0 0,-1 0 0 0 0,0 0-1 0 0,0 0 1 0 0,1 0 0 0 0,-1 0 0 0 0,1 1-1 0 0,-1-1 1 0 0,1 0 0 0 0,-1 1-1 0 0,-87 234 266 0 0,68-158-280 0 0,12-43 0 0 0,-7 51 0 0 0,47-152 0 0 0,7-22 64 0 0,3 1 0 0 0,59-88 0 0 0,19 20-13 0 0,-70 94-27 0 0,-40 50 19 0 0,4-6 45 0 0,-14 17-86 0 0,0 0 0 0 0,0 0 0 0 0,0 0 1 0 0,0 0-1 0 0,0 0 0 0 0,0 0 0 0 0,0 0 1 0 0,0 0-1 0 0,0 0 0 0 0,0 0 0 0 0,0 0 1 0 0,0 0-1 0 0,0 0 0 0 0,0 0 0 0 0,0 0 1 0 0,0 0-1 0 0,0-1 0 0 0,0 1 0 0 0,0 0 1 0 0,0 0-1 0 0,0 0 0 0 0,0 0 0 0 0,0 0 1 0 0,0 0-1 0 0,1 0 0 0 0,-1 0 0 0 0,0 0 1 0 0,0 0-1 0 0,0 0 0 0 0,0 0 0 0 0,0 0 1 0 0,0 0-1 0 0,0 0 0 0 0,0 0 0 0 0,0 0 1 0 0,0 0-1 0 0,0 0 0 0 0,0 0 0 0 0,0 0 1 0 0,0 0-1 0 0,0 0 0 0 0,1 0 0 0 0,-1 0 1 0 0,0 0-1 0 0,0 0 0 0 0,0 0 0 0 0,0 0 1 0 0,0 0-1 0 0,0 0 0 0 0,0 0 1 0 0,0 0-1 0 0,0 0 0 0 0,0 0 0 0 0,0 1 1 0 0,0-1-1 0 0,0 0 0 0 0,0 0 0 0 0,0 0 1 0 0,0 0-1 0 0,0 0 0 0 0,0 0 0 0 0,0 0 1 0 0,0 0 2 0 0,0 0 0 0 0,0 0 1 0 0,0 1-1 0 0,0-1 1 0 0,0 0-1 0 0,0 0 1 0 0,0 0-1 0 0,0 0 0 0 0,0 1 1 0 0,0-1-1 0 0,0 0 1 0 0,0 0-1 0 0,0 0 0 0 0,-1 0 1 0 0,1 0-1 0 0,0 0 1 0 0,0 1-1 0 0,0-1 1 0 0,0 0-1 0 0,0 0 0 0 0,0 0 1 0 0,-1 0-1 0 0,1 0 1 0 0,0 0-1 0 0,0 0 1 0 0,0 0-1 0 0,0 0 0 0 0,0 0 1 0 0,-1 0-1 0 0,1 0 1 0 0,0 0-1 0 0,0 0 1 0 0,0 0-1 0 0,0 0 0 0 0,-1 0 1 0 0,1 0-1 0 0,-4 1 88 0 0,-1 1-1 0 0,1-1 1 0 0,0 1-1 0 0,0-1 1 0 0,-1 1 0 0 0,1 0-1 0 0,1 1 1 0 0,-7 4-1 0 0,-28 26 239 0 0,21-18-307 0 0,-11 12-24 0 0,2 1 0 0 0,0 1 0 0 0,-34 51 0 0 0,25-24 0 0 0,-37 77 0 0 0,15-18 0 0 0,99-219 75 0 0,-15 30-78 0 0,-8 32-23 0 0,24-44 0 0 0,-33 68 22 0 0,1 1 0 0 0,1 0 0 0 0,1 0 0 0 0,28-26 0 0 0,-24 27 17 0 0,2 1 0 0 0,0 0 0 0 0,0 2-1 0 0,32-18 1 0 0,-45 30 66 0 0,-13 7 54 0 0,-13 7 143 0 0,-4 3-178 0 0,0 1 1 0 0,1 1-1 0 0,1 1 0 0 0,1 0 1 0 0,1 2-1 0 0,-21 27 0 0 0,20-19-100 0 0,1 1 1 0 0,-21 41-1 0 0,-23 68 47 0 0,51-111-10 0 0,-1 6 18 0 0,14-34-143 0 0,2-7 92 0 0,-2 6-8 0 0,0 0 0 0 0,1-1 0 0 0,-1 1-1 0 0,1 0 1 0 0,-1 0 0 0 0,1-1 0 0 0,0 1 0 0 0,0 0 0 0 0,-1 0-1 0 0,3-2 1 0 0,4-9 2 0 0,3-11-19 0 0,4-16-26 0 0,4-19 82 0 0,-5 22 1 0 0,63-158 123 0 0,-74 188-157 0 0,27-52 32 0 0,7-17 11 0 0,-36 75-40 0 0,1 0 0 0 0,-1 0 0 0 0,0-1 0 0 0,0 1 1 0 0,0 0-1 0 0,0 0 0 0 0,0-1 0 0 0,1 1 0 0 0,-1 0 0 0 0,0 0 1 0 0,0-1-1 0 0,0 1 0 0 0,0 0 0 0 0,0-1 0 0 0,0 1 0 0 0,0 0 1 0 0,0-1-1 0 0,0 1 0 0 0,0 0 0 0 0,0 0 0 0 0,0-1 0 0 0,0 1 0 0 0,0 0 1 0 0,0-1-1 0 0,0 1 0 0 0,-1 0 0 0 0,1-1 0 0 0,0 1 0 0 0,0 0 1 0 0,0 0-1 0 0,0-1 0 0 0,-1 1 0 0 0,1 0 0 0 0,0 0 0 0 0,0 0 1 0 0,-1-1-1 0 0,-11 4 129 0 0,8-1-80 0 0,0 0 0 0 0,0 1 0 0 0,0-1 0 0 0,-5 6 0 0 0,-1 4-17 0 0,0 1 0 0 0,1 1 0 0 0,0 0 0 0 0,1 0 0 0 0,-10 24 0 0 0,-23 81-62 0 0,37-108 36 0 0,-31 113-9 0 0,19-60 0 0 0,-41 103 0 0 0,56-167 0 0 0,1 0 0 0 0,0 1 0 0 0,0-1 0 0 0,-1 0 0 0 0,1 0 0 0 0,0 1 0 0 0,0-1 0 0 0,0 0 0 0 0,0 0 0 0 0,0 1-1 0 0,-1-1 1 0 0,1 0 0 0 0,0 0 0 0 0,0 1 0 0 0,0-1 0 0 0,0 0 0 0 0,0 1 0 0 0,0-1 0 0 0,0 0 0 0 0,0 1 0 0 0,0-1 0 0 0,0 0 0 0 0,0 1 0 0 0,0-1 0 0 0,0 0 0 0 0,0 0 0 0 0,0 1-1 0 0,0-1 1 0 0,1 0 0 0 0,-1 1 0 0 0,0-1 0 0 0,0 0 0 0 0,0 1 0 0 0,10-6 5 0 0,12-15-68 0 0,-15 11 61 0 0,0-1 0 0 0,0 0 0 0 0,-1 0-1 0 0,0 0 1 0 0,7-18 0 0 0,18-58 4 0 0,-28 77-3 0 0,62-189 1 0 0,-28 115 60 0 0,-35 79-52 0 0,1-2 5 0 0,0 0 1 0 0,0 0 0 0 0,1 0-1 0 0,7-9 1 0 0,-23 24 6 0 0,9-7-4 0 0,0-1 0 0 0,1 1 0 0 0,-1 0-1 0 0,1 0 1 0 0,-1 0 0 0 0,-3 5 0 0 0,-7 11-1 0 0,1 1 1 0 0,0 0-1 0 0,1 1 1 0 0,2 0 0 0 0,-9 26-1 0 0,-19 68-15 0 0,8-3 0 0 0,29-111-1 0 0,0 0 1 0 0,0 1-1 0 0,0-1 0 0 0,0 1 0 0 0,0-1 0 0 0,0 1 0 0 0,0-1 1 0 0,-1 1-1 0 0,1-1 0 0 0,0 0 0 0 0,0 1 0 0 0,1-1 1 0 0,-1 1-1 0 0,0-1 0 0 0,0 1 0 0 0,0-1 0 0 0,0 0 1 0 0,0 1-1 0 0,0-1 0 0 0,1 1 0 0 0,-1-1 0 0 0,0 1 1 0 0,0-1-1 0 0,0 0 0 0 0,1 1 0 0 0,0-1 0 0 0,-1 0-1 0 0,1 0 1 0 0,-1 0-1 0 0,1 0 1 0 0,-1 0-1 0 0,0 0 1 0 0,1 0 0 0 0,-1-1-1 0 0,1 1 1 0 0,-1 0-1 0 0,0 0 1 0 0,1 0-1 0 0,-1-1 1 0 0,1 1-1 0 0,-1 0 1 0 0,0 0 0 0 0,1-1-1 0 0,-1 1 1 0 0,0 0-1 0 0,1-1 1 0 0,-1 1-1 0 0,0 0 1 0 0,0-1-1 0 0,1 1 1 0 0,-1-1 0 0 0,0 0-1 0 0,17-24-23 0 0,-1-1-1 0 0,19-44 1 0 0,84-185 25 0 0,-115 243 60 0 0,-8 15-5 0 0,-9 11-2 0 0,-5 9-27 0 0,1 1 0 0 0,2 1 1 0 0,-22 43-1 0 0,-28 88-42 0 0,31-72 23 0 0,26-64-7 0 0,1-2 0 0 0,-1 0 0 0 0,-10 16 0 0 0,18-34 0 0 0,-2 6 0 0 0,1-6 0 0 0,1 0 0 0 0,0 0 0 0 0,0 1 0 0 0,0-1 0 0 0,0 0 0 0 0,0 0 0 0 0,0 0 0 0 0,0 0 0 0 0,0 0 0 0 0,0 0 0 0 0,0 0 0 0 0,0 0 0 0 0,0 0 0 0 0,0 0 0 0 0,0 1 0 0 0,0-1 0 0 0,0 0 0 0 0,0 0 0 0 0,0 0 0 0 0,0 0 0 0 0,0 0 0 0 0,0 0 0 0 0,0 0 0 0 0,0 0 0 0 0,0 1 0 0 0,0-1 0 0 0,0 0 0 0 0,0 0 0 0 0,0 0 0 0 0,0 0 0 0 0,0 0 0 0 0,0 0 0 0 0,0 0 0 0 0,0 0 0 0 0,0 0 0 0 0,0 0 0 0 0,0 1 0 0 0,0-1 0 0 0,0 0 0 0 0,0 0 0 0 0,0 0 0 0 0,0 0 0 0 0,1 0 0 0 0,-1 0 0 0 0,0 0 0 0 0,0 0 0 0 0,0 0 0 0 0,0 0 0 0 0,0 0 0 0 0,0 0 0 0 0,0 0 0 0 0,0 0 0 0 0,0 0 0 0 0,1 0 0 0 0,-1 0 0 0 0,0 0 0 0 0,0 0 0 0 0,0 0 0 0 0,0 0 0 0 0,0 0 0 0 0,0 0 0 0 0,0 0 0 0 0,0 0 0 0 0,1 0 0 0 0,1-1 0 0 0,0 0 0 0 0,0 0 0 0 0,0-1 0 0 0,1 1 0 0 0,-1-1 1 0 0,-1 0-1 0 0,1 1 0 0 0,0-1 0 0 0,0 0 0 0 0,-1 0 0 0 0,1 0 0 0 0,1-3 0 0 0,15-28-10 0 0,-17 32 8 0 0,53-127-41 0 0,-26 59 33 0 0,12-27 10 0 0,-36 89 0 0 0,-3 5 0 0 0,0 0 0 0 0,1-1 0 0 0,-1 0 0 0 0,0 1 0 0 0,0-1 0 0 0,0 1 0 0 0,-1-1 0 0 0,1 0 0 0 0,-1 0 0 0 0,1-2 0 0 0,-4 6 14 0 0,0 1 0 0 0,0 0 0 0 0,1 0 0 0 0,-1 0 0 0 0,1 0 0 0 0,0 0 0 0 0,-3 4 0 0 0,-6 8 2 0 0,0 1-1 0 0,2 0 1 0 0,-17 34-1 0 0,-15 54 56 0 0,15-34-52 0 0,-52 95-19 0 0,68-145 0 0 0,0 1 0 0 0,1 0 0 0 0,1 0 0 0 0,-7 25 0 0 0,15-31 0 0 0,0-14 0 0 0,0 0 0 0 0,0 0 0 0 0,0 0 0 0 0,0 1-1 0 0,0-1 1 0 0,0 0 0 0 0,0 0 0 0 0,0 0 0 0 0,0 0 0 0 0,0 0 0 0 0,0 0 0 0 0,0 0-1 0 0,0 0 1 0 0,0 0 0 0 0,0 0 0 0 0,0 0 0 0 0,0 1 0 0 0,1-1 0 0 0,-1 0-1 0 0,0 0 1 0 0,0 0 0 0 0,0 0 0 0 0,0 0 0 0 0,0 0 0 0 0,0 0 0 0 0,0 0-1 0 0,0 0 1 0 0,0 0 0 0 0,0 0 0 0 0,0 0 0 0 0,0 0 0 0 0,0 0 0 0 0,0 0 0 0 0,0 1-1 0 0,0-1 1 0 0,1 0 0 0 0,-1 0 0 0 0,0 0 0 0 0,0 0 0 0 0,0 0 0 0 0,0 0-1 0 0,0 0 1 0 0,0 0 0 0 0,0 0 0 0 0,0 0 0 0 0,0 0 0 0 0,0 0 0 0 0,0 0-1 0 0,1 0 1 0 0,-1 0 0 0 0,0 0 0 0 0,0 0 0 0 0,0 0 0 0 0,0 0 0 0 0,0-1-1 0 0,0 1 1 0 0,0 0 0 0 0,0 0 0 0 0,0 0 0 0 0,0 0 0 0 0,0 0 0 0 0,7-6-21 0 0,4-7-26 0 0,-8 8 34 0 0,-1 0 1 0 0,0 0-1 0 0,0 0 0 0 0,1-6 1 0 0,5-13 15 0 0,50-108-3 0 0,-39 79 0 0 0,-49 90 245 0 0,14-14-240 0 0,1 0-1 0 0,-14 33 1 0 0,16-30-7 0 0,-32 47 1 0 0,35-59 1 0 0,-16 27 0 0 0,28-42-26 0 0,-1 1 21 0 0,0 0 1 0 0,-1 0-1 0 0,1-1 1 0 0,0 1-1 0 0,0 0 1 0 0,-1-1-1 0 0,1 1 1 0 0,-1 0-1 0 0,1-1 1 0 0,0 1-1 0 0,-1-1 1 0 0,1 1-1 0 0,-1-1 1 0 0,1 1-1 0 0,-1-1 1 0 0,1 1-1 0 0,-1-1 1 0 0,1 0-1 0 0,-1 1 1 0 0,0-1-1 0 0,1-1 1 0 0,12-20-2 0 0,12-28 1 0 0,-11 21 5 0 0,1 0 0 0 0,0 1 0 0 0,28-34 0 0 0,-34 55 0 0 0,-14 13 14 0 0,0 1 0 0 0,0-1-1 0 0,1 1 1 0 0,0 0 0 0 0,-5 13 0 0 0,-26 44 25 0 0,10-18-25 0 0,21-33-14 0 0,5-13 0 0 0,-1 0 0 0 0,0 0 0 0 0,0 0 0 0 0,0 0 0 0 0,0 0 0 0 0,0 0 0 0 0,0 0 0 0 0,0 0 0 0 0,0 0 0 0 0,0 0 0 0 0,0 0 0 0 0,0 0 0 0 0,0 0 0 0 0,0 0 0 0 0,0 0 0 0 0,0 0 0 0 0,0 0 0 0 0,0 0 0 0 0,0 0 0 0 0,0 0 0 0 0,0 0 0 0 0,0 0 0 0 0,0 0 0 0 0,0 0 0 0 0,0 0 0 0 0,0 0 0 0 0,0 0 0 0 0,0 0 0 0 0,0 0 0 0 0,0 0 0 0 0,0 0 0 0 0,1 0 0 0 0,-1 0 0 0 0,0 0 0 0 0,0 0 0 0 0,0 0 0 0 0,0 0 0 0 0,0 0 0 0 0,0 0 0 0 0,0 0 0 0 0,0 1 0 0 0,4-13 0 0 0,16-39 0 0 0,-10 29 0 0 0,-2 0 0 0 0,9-32 0 0 0,-17 54 0 0 0,0 0 0 0 0,0-1 0 0 0,0 1 0 0 0,0 0 0 0 0,0-1 0 0 0,0 1 0 0 0,0-1 0 0 0,0 1 0 0 0,0 0 0 0 0,0-1 0 0 0,0 1 0 0 0,0-1 0 0 0,0 1 0 0 0,0 0 0 0 0,0-1 0 0 0,0 1 0 0 0,0 0 0 0 0,0-1 0 0 0,-1 1 0 0 0,1 0 0 0 0,0-1 0 0 0,0 1 0 0 0,0 0 0 0 0,-1-1 0 0 0,1 1 0 0 0,0 0 0 0 0,0 0 0 0 0,-1-1 0 0 0,1 1 0 0 0,0 0 0 0 0,-1 0 0 0 0,1-1 0 0 0,-1 1 0 0 0,-3 4 0 0 0,-1 2 0 0 0,1 0 0 0 0,0 1 0 0 0,-6 12 0 0 0,8-16 0 0 0,1 0 0 0 0,0 0 0 0 0,0 0 0 0 0,0 0 0 0 0,0 0 0 0 0,1 0 0 0 0,-1 1 0 0 0,1-1 0 0 0,0 0 0 0 0,0 0 0 0 0,0 0 0 0 0,0 0 0 0 0,1 1 0 0 0,0 2 0 0 0,-1-5-1 0 0,0-1-1 0 0,0 0 1 0 0,0 1-1 0 0,1-1 1 0 0,-1 1 0 0 0,0-1-1 0 0,0 0 1 0 0,1 1-1 0 0,-1-1 1 0 0,0 0 0 0 0,1 0-1 0 0,-1 1 1 0 0,0-1-1 0 0,0 0 1 0 0,1 0-1 0 0,-1 1 1 0 0,1-1 0 0 0,-1 0-1 0 0,0 0 1 0 0,1 0-1 0 0,-1 0 1 0 0,0 0 0 0 0,1 0-1 0 0,-1 1 1 0 0,1-1-1 0 0,-1 0 1 0 0,0 0 0 0 0,1 0-1 0 0,-1 0 1 0 0,1 0-1 0 0,-1 0 1 0 0,0-1-1 0 0,1 1 1 0 0,-1 0 0 0 0,1 0-1 0 0,-1 0 1 0 0,0 0-1 0 0,1 0 1 0 0,-1-1 0 0 0,1 1-1 0 0,13-8-72 0 0,-13 7 70 0 0,1 0 4 0 0,0-1 0 0 0,-1 1 0 0 0,1 0 0 0 0,-1-1 0 0 0,1 1 0 0 0,-1-1 0 0 0,0 1 0 0 0,0-1 0 0 0,0 0 0 0 0,1 0 0 0 0,-1 1 0 0 0,-1-1 0 0 0,1 0 0 0 0,1-3 0 0 0,5-8 0 0 0,21-26 0 0 0,-28 40 0 0 0,0-1 0 0 0,0 0 0 0 0,0 0 0 0 0,0 0 0 0 0,0 0 0 0 0,0 0 0 0 0,0 0 0 0 0,0 0 0 0 0,0 0 0 0 0,0 0 0 0 0,0 0 0 0 0,0 0 0 0 0,0 0 0 0 0,0 0 0 0 0,0 0 0 0 0,0 0 0 0 0,0 0 0 0 0,0 0 0 0 0,0 0 0 0 0,1 0 0 0 0,-1 0 0 0 0,0 0 0 0 0,0 0 0 0 0,0 0 0 0 0,0 0 0 0 0,0 0 0 0 0,0 0 0 0 0,0 0 0 0 0,0 1 0 0 0,0-1 0 0 0,0 0 0 0 0,0 0 0 0 0,0 0 0 0 0,0 0 0 0 0,0 0 0 0 0,0 0 0 0 0,0 0 0 0 0,0 0 0 0 0,0 0 0 0 0,0 0 0 0 0,0 0 0 0 0,0 0 0 0 0,0 0 0 0 0,0 0 0 0 0,0 0 0 0 0,0 0 0 0 0,1 0 0 0 0,-1 0 0 0 0,0 0 0 0 0,0 0 0 0 0,0 0 0 0 0,0 0 0 0 0,0-1 0 0 0,0 1 0 0 0,0 0 0 0 0,0 0 0 0 0,0 0 0 0 0,0 0 0 0 0,0 0 0 0 0,0 0 0 0 0,0 0 0 0 0,0 0 0 0 0,0 0 0 0 0,0 0 0 0 0,-1 7 0 0 0,-3 9 0 0 0,3-14 0 0 0,-2 10 0 0 0,2-6 0 0 0,0 0 0 0 0,-1 0 0 0 0,0-1 0 0 0,-2 6 0 0 0,2-3-35 0 0,2-7 13 0 0,0-3 4 0 0,0-2 20 0 0,-1 0-1 0 0,0 1 0 0 0,0-1 0 0 0,0 0 0 0 0,0 0 0 0 0,-1 1 0 0 0,1-1 0 0 0,-1 1 0 0 0,-4-7 0 0 0,6 9 1 0 0,-1 1 0 0 0,1-1-1 0 0,0 1 1 0 0,-1-1 0 0 0,1 1-1 0 0,-1-1 1 0 0,1 1 0 0 0,0-1-1 0 0,-1 1 1 0 0,1 0 0 0 0,-1-1-1 0 0,1 1 1 0 0,-1 0 0 0 0,1-1-1 0 0,-1 1 1 0 0,0 0 0 0 0,1 0-1 0 0,-2-1 1 0 0,1 1 0 0 0,0 1 0 0 0,0-1 1 0 0,0 1-1 0 0,0-1 0 0 0,0 1 0 0 0,0-1 0 0 0,0 1 0 0 0,0 0 0 0 0,0-1 0 0 0,0 1 1 0 0,0 0-1 0 0,0 0 0 0 0,1-1 0 0 0,-2 3 0 0 0,-49 67-66 0 0,43-55 64 0 0,7-13 0 0 0,1-1 0 0 0,-1 1 0 0 0,0 0 0 0 0,0-1 0 0 0,0 1 0 0 0,0 0 0 0 0,0-1 0 0 0,0 1 0 0 0,0-1 0 0 0,-1 0 0 0 0,0 2 0 0 0,7-6-4 0 0,1-1 0 0 0,0 0 0 0 0,-1 0 0 0 0,0 0 1 0 0,0 0-1 0 0,0-1 0 0 0,0 0 0 0 0,4-7 0 0 0,31-50-33 0 0,-29 44 41 0 0,-4 6 17 0 0,-4 5-39 0 0,1 1-1 0 0,0 0 1 0 0,10-12 0 0 0,-14 18 18 0 0,0 0 0 0 0,0 1 0 0 0,0-1 0 0 0,0 0 0 0 0,0 0 0 0 0,0 0 0 0 0,0 0 0 0 0,0 0 0 0 0,0 0 0 0 0,0 0 0 0 0,0 0 0 0 0,0 0 0 0 0,0 0 0 0 0,0 0 0 0 0,0 0 0 0 0,0 0 0 0 0,0 0 0 0 0,1 0 0 0 0,-1 0 0 0 0,0 0 0 0 0,0 0 0 0 0,0 0 0 0 0,0 0 0 0 0,0 0 0 0 0,0 0 0 0 0,0 0 0 0 0,0 0 0 0 0,0 0 0 0 0,0 0 0 0 0,0 0 0 0 0,0 0 0 0 0,1 0 0 0 0,-1 0 0 0 0,0 0 0 0 0,0 0 0 0 0,0 0 0 0 0,0 0 0 0 0,0 0 0 0 0,0 0 0 0 0,0 0 0 0 0,0 0 0 0 0,0 0 0 0 0,0 0 0 0 0,0 0 0 0 0,0 0 0 0 0,0 0 0 0 0,0 0 0 0 0,0 0 0 0 0,1 0 0 0 0,-1 0 0 0 0,0 0 0 0 0,0 0 0 0 0,0 0 0 0 0,0 0 0 0 0,0-1 0 0 0,0 1 0 0 0,0 0 0 0 0,0 0 0 0 0,0 0 0 0 0,-3 10 0 0 0,-8 14 0 0 0,0-3 0 0 0,1 1 0 0 0,1 1 0 0 0,1 0 0 0 0,-6 25 0 0 0,3-16 0 0 0,8-28 0 0 0,1 1 0 0 0,0 0 0 0 0,0 0 0 0 0,1 0 0 0 0,0 0 0 0 0,0 0 0 0 0,-1 9 0 0 0,3-11 0 0 0,1-23 0 0 0,1-14 16 0 0,1 0 0 0 0,2 0 0 0 0,11-40 0 0 0,-18 72 27 0 0,-8 14-75 0 0,-27 66 21 0 0,35-76 11 0 0,0 0 0 0 0,0 1 0 0 0,0-1 0 0 0,0 1 0 0 0,0 0 0 0 0,0 4 0 0 0,2-7-8 0 0,0 0 0 0 0,1 0-1 0 0,-1 0 1 0 0,0 0 0 0 0,1-1 0 0 0,-1 1-1 0 0,0 0 1 0 0,1-1 0 0 0,1 0-1 0 0,-2 1-4 0 0,2-3-13 0 0,0-2 12 0 0,1-1 15 0 0,0 1 0 0 0,0-1 0 0 0,-1 0 0 0 0,0 0 0 0 0,-1-1 1 0 0,1 1-1 0 0,-1-1 0 0 0,0 1 0 0 0,1-12 0 0 0,-2 9 21 0 0,0 6-8 0 0,-1 0 0 0 0,1-1 0 0 0,-1 1 0 0 0,0 0 0 0 0,0-1 0 0 0,0 1 0 0 0,-1 0 0 0 0,1-1-1 0 0,-1 1 1 0 0,0 0 0 0 0,-1-4 0 0 0,1 6-3 0 0,-1 4 31 0 0,-108 182-31 0 0,91-145-11 0 0,19-40 0 0 0,0 0 0 0 0,0 1 0 0 0,0-1 0 0 0,0 0 0 0 0,0 0 1 0 0,0 0-1 0 0,0 0 0 0 0,0 0 0 0 0,0 0 0 0 0,0 1 0 0 0,1-1 0 0 0,-1 0 0 0 0,0 0 0 0 0,0 0 0 0 0,0 0 0 0 0,0 0 0 0 0,0 0 0 0 0,0 0 0 0 0,0 0 0 0 0,1 0 0 0 0,-1 0 1 0 0,0 1-1 0 0,0-1 0 0 0,0 0 0 0 0,0 0 0 0 0,0 0 0 0 0,0 0 0 0 0,1 0 0 0 0,-1 0 0 0 0,0 0 0 0 0,0 0 0 0 0,0 0 0 0 0,0 0 0 0 0,0 0 0 0 0,1 0 0 0 0,-1 0 0 0 0,0 0 1 0 0,0 0-1 0 0,0 0 0 0 0,0 0 0 0 0,0-1 0 0 0,0 1 0 0 0,1 0 0 0 0,-1 0 0 0 0,0 0 0 0 0,0 0 0 0 0,0 0 0 0 0,8-2-15 0 0,-7 2 11 0 0,1-1 1 0 0,0 0-1 0 0,-1 0 0 0 0,1 1 0 0 0,-1-1 0 0 0,1 0 0 0 0,-1 0 1 0 0,1 0-1 0 0,-1-1 0 0 0,1 1 0 0 0,-1 0 0 0 0,0 0 0 0 0,2-3 1 0 0,0 0-4 0 0,9-8 7 0 0,-2-1 0 0 0,1 0 0 0 0,-2 0 0 0 0,0-1 0 0 0,0-1 0 0 0,-2 1 0 0 0,12-28 0 0 0,3-8 0 0 0,-21 49 0 0 0,-2 2 0 0 0,0 0 11 0 0,-5 7 0 0 0,0 0 1 0 0,-9 13-1 0 0,10-12-5 0 0,-1 0 1 0 0,-12 13-1 0 0,7-10-6 0 0,8-8 0 0 0,-1 0 0 0 0,0 0 0 0 0,0 0 0 0 0,-1 0 0 0 0,1-1 0 0 0,-6 4 0 0 0,10-7 0 0 0,0 0 0 0 0,-3 0 0 0 0,3 0 0 0 0,0 0 0 0 0,0 0 0 0 0,0 0 0 0 0,0-1 0 0 0,-1 1 0 0 0,1 0 0 0 0,0 0 0 0 0,0 0 0 0 0,0 0 0 0 0,0-1 0 0 0,0 1 0 0 0,0 0 0 0 0,0 0 0 0 0,0 0 0 0 0,0 0 0 0 0,0-1 0 0 0,0 1 0 0 0,0 0 0 0 0,0 0 0 0 0,0 0 0 0 0,0 0 0 0 0,0-1 0 0 0,0 1 0 0 0,0 0 0 0 0,0 0 0 0 0,0 0 0 0 0,0-1 0 0 0,0 1 0 0 0,0 0 0 0 0,0 0 0 0 0,0 0 0 0 0,0 0 0 0 0,0-1 0 0 0,1 1 0 0 0,-1 0 0 0 0,0 0 0 0 0,0 0 0 0 0,0 0 0 0 0,23-38 0 0 0,-14 24 0 0 0,15-29 0 0 0,1-3 0 0 0,-24 46-7 0 0,-1 0-1 0 0,0 0 1 0 0,0-1-1 0 0,0 1 1 0 0,0 0-1 0 0,0 0 1 0 0,0 0-1 0 0,0 0 1 0 0,0 0-1 0 0,0 0 1 0 0,1 0-1 0 0,-1 0 1 0 0,0 0-1 0 0,0 0 1 0 0,0 0-1 0 0,0-1 1 0 0,0 1-1 0 0,0 0 1 0 0,1 0-1 0 0,-1 0 1 0 0,0 0-1 0 0,0 0 1 0 0,0 0-1 0 0,0 0 1 0 0,0 0-1 0 0,0 0 1 0 0,1 0-1 0 0,-1 0 1 0 0,0 0-1 0 0,0 0 1 0 0,0 0-1 0 0,0 0 1 0 0,0 1-1 0 0,1-1 1 0 0,-1 0-1 0 0,0 0 1 0 0,0 0-1 0 0,0 0 1 0 0,0 0-1 0 0,0 0 1 0 0,0 0-1 0 0,0 0 1 0 0,0 0-1 0 0,1 1 1 0 0,7 5-689 0 0,-1-1 137 0 0,-6-4 527 0 0,0-1 0 0 0,-1 0 0 0 0,1 1 0 0 0,0-1 0 0 0,0 0 0 0 0,-1 0 0 0 0,1 0 0 0 0,0 0 0 0 0,0 1 0 0 0,0-1 0 0 0,-1 0 0 0 0,1-1 0 0 0,0 1 0 0 0,0 0 0 0 0,-1 0 0 0 0,1 0 0 0 0,1-1 0 0 0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13T18:35:51.60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199 135 919 0 0,'-30'-4'2971'0'0,"25"3"-1661"0"0,1 0 0 0 0,-1 0 0 0 0,1 1 0 0 0,-10-1 0 0 0,12 2-1096 0 0,0-1 0 0 0,0 0 0 0 0,1 1 0 0 0,-1-1 0 0 0,0 1 0 0 0,0 0 1 0 0,1-1-1 0 0,-1 1 0 0 0,0 0 0 0 0,1 0 0 0 0,-1 0 0 0 0,1 0 0 0 0,-1 1 0 0 0,1-1 0 0 0,-1 0 0 0 0,-1 2 0 0 0,-49 61 97 0 0,51-62-227 0 0,0-1 1 0 0,0 1-1 0 0,0 0 1 0 0,0 0-1 0 0,0 0 0 0 0,0 0 1 0 0,0 0-1 0 0,1 0 1 0 0,-1 1-1 0 0,1-1 0 0 0,0 0 1 0 0,-1 3-1 0 0,2-7 2 0 0,1 0-1 0 0,-1-1 1 0 0,0 1 0 0 0,1 0-1 0 0,-1 0 1 0 0,1 0-1 0 0,0 1 1 0 0,2-3 0 0 0,4-6 294 0 0,9-15 271 0 0,36-51-55 0 0,-48 68-585 0 0,-5 7-10 0 0,0 0-1 0 0,1 0 1 0 0,-1 0 0 0 0,1 0-1 0 0,-1 0 1 0 0,1 1 0 0 0,-1-1 0 0 0,1 0-1 0 0,-1 0 1 0 0,1 0 0 0 0,0 1-1 0 0,0-1 1 0 0,1-1 0 0 0,-1 2 42 0 0,-2 1 94 0 0,0-1-105 0 0,1 0-1 0 0,-1 0 1 0 0,0 0 0 0 0,1 1 0 0 0,-1-1 0 0 0,1 0 0 0 0,-1 1 0 0 0,1-1-1 0 0,-1 0 1 0 0,1 1 0 0 0,-1-1 0 0 0,1 1 0 0 0,-1-1 0 0 0,1 1 0 0 0,0-1-1 0 0,-1 1 1 0 0,-4 7 11 0 0,0 0 0 0 0,1 0 0 0 0,1 1 0 0 0,-1 0 0 0 0,1-1-1 0 0,-3 15 1 0 0,5-18-27 0 0,-2 18 0 0 0,-1 0 0 0 0,-10 35 0 0 0,7-45-45 0 0,4-8 150 0 0,3-5 439 0 0,0-3-527 0 0,-9-1 74 0 0,8 4-105 0 0,-3-1 20 0 0,-1 0 1 0 0,1-1-1 0 0,0 0 1 0 0,-5-2-1 0 0,8 3-10 0 0,-1 0-1 0 0,1 0 0 0 0,0 0 1 0 0,0 0-1 0 0,0 0 0 0 0,0 0 1 0 0,0 0-1 0 0,0 0 0 0 0,0 0 1 0 0,0 0-1 0 0,1 0 0 0 0,-1-1 1 0 0,0 1-1 0 0,1 0 0 0 0,-1-1 1 0 0,1 1-1 0 0,-1 0 0 0 0,1-1 1 0 0,0 1-1 0 0,-1-2 0 0 0,1-6 81 0 0,0 0 0 0 0,1-15 0 0 0,0 20-68 0 0,-1 1-1 0 0,1-1 1 0 0,0 1 0 0 0,0 0-1 0 0,0-1 1 0 0,0 1-1 0 0,1 0 1 0 0,-1 0 0 0 0,4-5-1 0 0,-4 6-23 0 0,1 1 0 0 0,0 0 0 0 0,-1 0 0 0 0,1 0 0 0 0,0 1 0 0 0,0-1 0 0 0,0 0 0 0 0,0 0 0 0 0,-1 1 0 0 0,1 0 0 0 0,0-1 0 0 0,0 1 0 0 0,0 0 0 0 0,0 0 0 0 0,2 0 0 0 0,8-2 0 0 0,-10 2 3 0 0,-1 0 1 0 0,0 0-1 0 0,0 0 0 0 0,0-1 1 0 0,0 1-1 0 0,0 0 0 0 0,0-1 0 0 0,0 1 1 0 0,0-1-1 0 0,0 1 0 0 0,0-1 1 0 0,0 0-1 0 0,0 1 0 0 0,0-1 0 0 0,0 0 1 0 0,0 0-1 0 0,-1 0 0 0 0,1 1 1 0 0,0-1-1 0 0,-1 0 0 0 0,1 0 0 0 0,0 0 1 0 0,-1 0-1 0 0,1 0 0 0 0,-1 0 0 0 0,0 0 1 0 0,1 0-1 0 0,-1 0 0 0 0,0-1 1 0 0,0 1-1 0 0,1 0 0 0 0,-1 0 0 0 0,0 0 1 0 0,0 0-1 0 0,0 0 0 0 0,0 0 1 0 0,-1-1-1 0 0,1 0 0 0 0,0 2-3 0 0,0 0-1 0 0,0 0 0 0 0,0 0 1 0 0,0-1-1 0 0,0 1 0 0 0,0 0 1 0 0,0 0-1 0 0,0 0 1 0 0,0-1-1 0 0,0 1 0 0 0,0 0 1 0 0,0 0-1 0 0,0 0 0 0 0,0 0 1 0 0,0-1-1 0 0,0 1 1 0 0,1 0-1 0 0,-1 0 0 0 0,0 0 1 0 0,0 0-1 0 0,0 0 0 0 0,0-1 1 0 0,0 1-1 0 0,0 0 1 0 0,1 0-1 0 0,-1 0 0 0 0,0 0 1 0 0,0 0-1 0 0,0 0 0 0 0,0 0 1 0 0,1 0-1 0 0,-1 0 0 0 0,0-1 1 0 0,0 1-1 0 0,0 0 1 0 0,0 0-1 0 0,1 0 0 0 0,-1 0 1 0 0,0 0-1 0 0,0 0 0 0 0,0 0 1 0 0,0 0-1 0 0,1 0 1 0 0,-1 0-1 0 0,0 0 0 0 0,0 0 1 0 0,0 1-1 0 0,1-1 0 0 0,-1 0 1 0 0,0 0-1 0 0,0 0 1 0 0,0 0-1 0 0,0 0 0 0 0,0 0 1 0 0,1 0-1 0 0,-1 1 0 0 0,8-1-16 0 0,-6 1 16 0 0,-1-1 0 0 0,1 0 0 0 0,-1 0 0 0 0,1 0 0 0 0,-1 0 0 0 0,1-1 0 0 0,-1 1 0 0 0,0 0 0 0 0,1-1 1 0 0,-1 1-1 0 0,2-1 0 0 0,-1 0 1 0 0,-1 0 0 0 0,0 0 0 0 0,1-1 0 0 0,-1 1 0 0 0,0 0 0 0 0,0 0 0 0 0,0-1 0 0 0,0 1 0 0 0,0-1 0 0 0,0 1 0 0 0,0-1 0 0 0,1-3 0 0 0,3-5 0 0 0,-1-1 0 0 0,1 0 0 0 0,-2 0 0 0 0,1 0 0 0 0,-2 0 0 0 0,3-19 0 0 0,-6 30 46 0 0,1-1-42 0 0,0 1 0 0 0,0 0 0 0 0,-1 0 0 0 0,1 0 0 0 0,0-1 0 0 0,0 1 1 0 0,-1 0-1 0 0,1 0 0 0 0,0 0 0 0 0,-1 0 0 0 0,1-1 0 0 0,0 1 0 0 0,-1 0 0 0 0,1 0 0 0 0,0 0 0 0 0,0 0 0 0 0,-1 0 0 0 0,1 0 0 0 0,0 0 0 0 0,-1 0 1 0 0,1 0-1 0 0,0 0 0 0 0,-1 0 0 0 0,1 0 0 0 0,0 1 0 0 0,-1-1 0 0 0,1 0 0 0 0,0 0 0 0 0,-1 0 0 0 0,1 0 0 0 0,0 0 0 0 0,0 1 0 0 0,-1-1 0 0 0,1 0 1 0 0,0 0-1 0 0,-1 0 0 0 0,1 1 0 0 0,0-1 0 0 0,0 0 0 0 0,0 0 0 0 0,-1 1 0 0 0,1-1 0 0 0,0 0 0 0 0,0 1 0 0 0,0-1 0 0 0,0 0 0 0 0,0 0 0 0 0,-1 1 1 0 0,-4 7 9 0 0,-1 0 1 0 0,1 1 0 0 0,0 0 0 0 0,-6 16 0 0 0,7-15-15 0 0,-1 1 0 0 0,-1-1 0 0 0,1-1 0 0 0,-12 15 0 0 0,1-1 0 0 0,-1 3 0 0 0,5-10 0 0 0,-11 23 0 0 0,25-39 0 0 0,0-1 0 0 0,0 1 0 0 0,0-1 0 0 0,0 1 0 0 0,0-1 0 0 0,0 0 0 0 0,3-2 0 0 0,3-2 0 0 0,-1 0 0 0 0,1-1 0 0 0,-1 0 0 0 0,0 0 0 0 0,-1 0 0 0 0,1-1 0 0 0,7-11 0 0 0,-4 3 0 0 0,0 0 0 0 0,14-31 0 0 0,-15 21 7 0 0,-7 19 7 0 0,0 0 0 0 0,1-1 1 0 0,3-7-1 0 0,4-12-14 0 0,-22 50 31 0 0,7-16-4 0 0,0 1 0 0 0,0 1-1 0 0,1-1 1 0 0,1 0 0 0 0,-5 16 0 0 0,5-17-27 0 0,0 2 0 0 0,0-5 60 0 0,0-6-12 0 0,1-7-12 0 0,0 2-33 0 0,1-1 0 0 0,1 0-1 0 0,-1-1 1 0 0,1 1 0 0 0,1-9-1 0 0,0 15-2 0 0,-1 1 0 0 0,0 0 0 0 0,0-1 0 0 0,0 1 0 0 0,0-1 0 0 0,0 1 0 0 0,0 0 0 0 0,0-1 0 0 0,0 1 0 0 0,0-1 0 0 0,0 1 0 0 0,0 0 0 0 0,0-1 0 0 0,0 1 0 0 0,0 0 0 0 0,0-1 0 0 0,0 1 0 0 0,-1-1 0 0 0,1 1 0 0 0,0 0 0 0 0,0-1 0 0 0,0 1 0 0 0,0 0 0 0 0,-1-1 0 0 0,1 1 0 0 0,0 0 0 0 0,-1-1 0 0 0,1 1 0 0 0,0 0 0 0 0,-1-1 0 0 0,-1 6 0 0 0,-1 7-21 0 0,1 2 0 0 0,-1 19-1 0 0,4-32 22 0 0,-4 3 0 0 0,2-5 11 0 0,2-4 32 0 0,0-1-33 0 0,2-17 54 0 0,-3 23-62 0 0,0-1-1 0 0,0 1 0 0 0,0 0 1 0 0,0-1-1 0 0,0 1 0 0 0,0 0 1 0 0,0 0-1 0 0,0-1 1 0 0,0 1-1 0 0,0 0 0 0 0,0-1 1 0 0,0 1-1 0 0,0 0 0 0 0,0 0 1 0 0,0-1-1 0 0,-1 1 1 0 0,1 0-1 0 0,0 0 0 0 0,0-1 1 0 0,0 1-1 0 0,0 0 0 0 0,-1 0 1 0 0,1-1-1 0 0,0 1 1 0 0,0 0-1 0 0,0 0 0 0 0,-1 0 1 0 0,1-1-1 0 0,0 1 0 0 0,0 0 1 0 0,-1 0-1 0 0,1 0 1 0 0,0 0-1 0 0,-1 0 0 0 0,1 0 1 0 0,0 0-1 0 0,0 0 0 0 0,-1-1 1 0 0,1 1-1 0 0,0 0 1 0 0,-1 0-1 0 0,1 0 0 0 0,0 0 1 0 0,0 0-1 0 0,-1 1 0 0 0,1-1 1 0 0,0 0-1 0 0,-1 0 1 0 0,1 0-1 0 0,0 0 0 0 0,0 0 1 0 0,-1 0-1 0 0,1 0 0 0 0,0 0 1 0 0,0 1-1 0 0,-1-1 1 0 0,1 0-1 0 0,0 0 0 0 0,0 0 1 0 0,0 1-1 0 0,-1-1 0 0 0,1 1 1 0 0,-15 11 53 0 0,15-12-69 0 0,-12 11 23 0 0,1 0 0 0 0,0 0 1 0 0,1 1-1 0 0,0 1 0 0 0,1 0 0 0 0,-8 14 0 0 0,-2 18-9 0 0,37-58 0 0 0,3-4 0 0 0,-1-1 0 0 0,32-36 0 0 0,-18 3 64 0 0,-56 89 192 0 0,21-36-256 0 0,1 0-1 0 0,-1 0 0 0 0,1 0 1 0 0,-1 0-1 0 0,1 0 1 0 0,0 0-1 0 0,-1 0 0 0 0,1 0 1 0 0,1 3-1 0 0,-1-3-3 0 0,2-5-39 0 0,44-57-464 0 0,-46 59 382 0 0,1 0-1 0 0,1 0 0 0 0,-1 0 1 0 0,0 0-1 0 0,0 0 0 0 0,0 0 1 0 0,0 0-1 0 0,1 0 0 0 0,-1 1 1 0 0,0-1-1 0 0,1 0 1 0 0,-1 1-1 0 0,1-1 0 0 0,-1 1 1 0 0,1-1-1 0 0,-1 1 0 0 0,1 0 1 0 0,-1 0-1 0 0,1 0 0 0 0,-1 0 1 0 0,1 0-1 0 0,-1 0 1 0 0,4 1-1 0 0,-4-1-269 0 0,1 0-1 0 0,-1 1 1 0 0,1-1 0 0 0,-1 0-1 0 0,1 1 1 0 0,-1 0 0 0 0,1-1-1 0 0,-1 1 1 0 0,0 0 0 0 0,1 0-1 0 0,-1 0 1 0 0,0 0 0 0 0,0 0-1 0 0,2 2 1 0 0,0 1-1228 0 0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13T18:36:36.223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156 1497 919 0 0,'-33'-20'16399'0'0,"45"9"-16178"0"0,0 1 0 0 0,18-11 0 0 0,-19 15 47 0 0,0 0 1 0 0,1 1-1 0 0,0 0 1 0 0,0 1-1 0 0,0 1 1 0 0,18-4-1 0 0,-14 4 1 0 0,0-1-1 0 0,0-1 0 0 0,15-6 1 0 0,-14 3-113 0 0,-11 6-104 0 0,1-1-1 0 0,-1 0 1 0 0,0 0 0 0 0,0-1-1 0 0,0 0 1 0 0,11-8-1 0 0,-17 11-46 0 0,1 0-1 0 0,0 0 0 0 0,-1-1 1 0 0,1 1-1 0 0,-1 0 1 0 0,0 0-1 0 0,1 0 1 0 0,-1 0-1 0 0,0 0 0 0 0,0 0 1 0 0,1-1-1 0 0,-1 1 1 0 0,0 0-1 0 0,0 0 0 0 0,0 0 1 0 0,0 0-1 0 0,-1-1 1 0 0,1-1-1 0 0,-1 1 1 0 0,1 1-1 0 0,0-1 1 0 0,0 0 0 0 0,0 1-1 0 0,0-1 1 0 0,0 0-1 0 0,0 0 1 0 0,0 1 0 0 0,1-1-1 0 0,0-2 1 0 0,6-10 142 0 0,1 0 1 0 0,1 1-1 0 0,1 0 1 0 0,-1 0 0 0 0,16-14-1 0 0,22-18 381 0 0,-31 26-349 0 0,4-2 193 0 0,-1-2 1 0 0,24-39-1 0 0,-34 46-308 0 0,0-1 0 0 0,6-18 0 0 0,-12 29-34 0 0,0 1 0 0 0,0 0 0 0 0,1-1 0 0 0,0 2 1 0 0,0-1-1 0 0,0 0 0 0 0,1 1 0 0 0,-1 0 0 0 0,7-5 0 0 0,9-8 61 0 0,-12 8-75 0 0,-1 1 15 0 0,1 1 0 0 0,0 0-1 0 0,0 0 1 0 0,0 1-1 0 0,11-7 1 0 0,-15 11 477 0 0,-20 9-169 0 0,-89 32 86 0 0,87-32-424 0 0,16-6 4 0 0,0 1-1 0 0,-1-1 1 0 0,1 0 0 0 0,-1 0 0 0 0,1 0 0 0 0,-1 0 0 0 0,0-1 0 0 0,1 1 0 0 0,-1-1-1 0 0,0 1 1 0 0,0-1 0 0 0,-3 0 0 0 0,4-1 34 0 0,-7-1 39 0 0,10 4-67 0 0,-2-2-10 0 0,-4 6-2 0 0,-152 223 73 0 0,141-200-72 0 0,12-21 0 0 0,0-1 0 0 0,0 1 0 0 0,0-1 0 0 0,-9 10 0 0 0,-22 31 0 0 0,13-21 0 0 0,15-18 0 0 0,0 0 0 0 0,0 0 0 0 0,-1-1 0 0 0,-15 12 0 0 0,13-12 0 0 0,0 1 0 0 0,-11 13 0 0 0,6-6 0 0 0,-24 35 0 0 0,34-46 8 0 0,-1 1 0 0 0,0-1 0 0 0,0 0 0 0 0,-1 0 0 0 0,1-1 0 0 0,-1 1 0 0 0,-9 3 0 0 0,13-7-8 0 0,0 1 0 0 0,0 0 0 0 0,1 0 0 0 0,-1 1 0 0 0,0-1 0 0 0,1 0 0 0 0,-1 1 0 0 0,1 0 0 0 0,0-1 0 0 0,0 1 0 0 0,-2 3 0 0 0,1-1 0 0 0,0-1 0 0 0,0 0 0 0 0,0-1 0 0 0,-5 6 0 0 0,-24 8 0 0 0,3 9 0 0 0,3-1 0 0 0,25-24 0 0 0,0 0 0 0 0,0 0 0 0 0,0 0 0 0 0,0 0 0 0 0,0 1 0 0 0,0-1 0 0 0,0 0 0 0 0,1 0 0 0 0,-1 1 0 0 0,1-1 0 0 0,-1 0 0 0 0,1 1 0 0 0,-1-1 0 0 0,1 2 0 0 0,-2 2 0 0 0,2-4 1 0 0,-1-1-1 0 0,1 1 1 0 0,0-1-1 0 0,-1 1 1 0 0,1-1-1 0 0,0 1 0 0 0,0 0 1 0 0,-1-1-1 0 0,1 1 1 0 0,0 0-1 0 0,0-1 1 0 0,0 1-1 0 0,0 0 1 0 0,0-1-1 0 0,0 1 1 0 0,0 0-1 0 0,0-1 1 0 0,0 1-1 0 0,0-1 1 0 0,0 1-1 0 0,0 0 1 0 0,0-1-1 0 0,1 1 1 0 0,-1 0-1 0 0,0-1 1 0 0,0 1-1 0 0,1-1 1 0 0,-1 1-1 0 0,1 0 1 0 0,0 1-5 0 0,10 21-10 0 0,-10-23 14 0 0,-1 0 1 0 0,0 0-1 0 0,0 0 0 0 0,0 0 0 0 0,0 0 0 0 0,0 0 0 0 0,0 0 0 0 0,0 0 0 0 0,0 0 0 0 0,0 0 0 0 0,0 0 0 0 0,0-1 0 0 0,0 1 0 0 0,0 0 0 0 0,0 0 0 0 0,0 0 1 0 0,0 0-1 0 0,0 0 0 0 0,0 0 0 0 0,0 0 0 0 0,0 0 0 0 0,0 0 0 0 0,0 0 0 0 0,0 0 0 0 0,0 0 0 0 0,0 0 0 0 0,0 0 0 0 0,0 0 0 0 0,0 0 0 0 0,0 0 0 0 0,0 0 0 0 0,0 0 1 0 0,0 0-1 0 0,0 0 0 0 0,0 0 0 0 0,0 0 0 0 0,0 0 0 0 0,0-1 0 0 0,0 1 0 0 0,0 0 0 0 0,0 0 0 0 0,2 1 0 0 0,0 1 0 0 0,6-2 0 0 0,27-4-16 0 0,-34 4 14 0 0,2-2-14 0 0,1 0-26 0 0,55-34 30 0 0,-13 7 12 0 0,-32 22-18 0 0,24-16-1 0 0,4-1-8 0 0,-18 12 27 0 0,72-38-64 0 0,-86 43 64 0 0,0-1 0 0 0,0 0 0 0 0,-1 0 0 0 0,0-1 0 0 0,11-14 0 0 0,-9 11 0 0 0,25-28 1 0 0,57-66 10 0 0,-62 71-25 0 0,47-42 0 0 0,-24 20 14 0 0,-41 42 0 0 0,0 0 0 0 0,2 1 0 0 0,31-24 0 0 0,71-29 62 0 0,-71 42-60 0 0,-20 5-2 0 0,-23 17 0 0 0,0 0 0 0 0,0 0 0 0 0,1 1 0 0 0,-1-1 0 0 0,1 1 0 0 0,0-1 0 0 0,-1 1 0 0 0,9-3 0 0 0,1 2-4 0 0,-9 3 15 0 0,-1-1 0 0 0,1 1 0 0 0,0-1-1 0 0,-1 0 1 0 0,0-1 0 0 0,1 1-1 0 0,-1 0 1 0 0,0-1 0 0 0,1 0 0 0 0,-1 0-1 0 0,0 0 1 0 0,0 0 0 0 0,-1 0 0 0 0,1-1-1 0 0,4-4 1 0 0,23-30 31 0 0,-20 26-29 0 0,-1-1-1 0 0,14-22 1 0 0,-10 11-2 0 0,-6 9 6 0 0,1-1 1 0 0,17-21 0 0 0,-2 4-18 0 0,-16 25 0 0 0,-1 0 0 0 0,1 1 0 0 0,0 0 0 0 0,0 0 0 0 0,9-4 0 0 0,42-23 0 0 0,-48 29 0 0 0,-1 1 0 0 0,1-1 0 0 0,18-2 0 0 0,5-1 0 0 0,-20 3 0 0 0,17-5 0 0 0,47-18 0 0 0,9-7-3 0 0,-7 4 17 0 0,-25 1 122 0 0,-40 20-117 0 0,1 1 0 0 0,0 1 1 0 0,25-9-1 0 0,-35 14-19 0 0,-1 0 0 0 0,0 0-1 0 0,1 0 1 0 0,6-6 0 0 0,6-2 17 0 0,4-3 244 0 0,-2 6-255 0 0,30-6-1 0 0,29-8-93 0 0,60 3 168 0 0,-94 15-79 0 0,-17 1 36 0 0,54-10 0 0 0,-82 12-36 0 0,1 0-1 0 0,0 0 1 0 0,0 0 0 0 0,0-1 0 0 0,0 1 0 0 0,-1 0-1 0 0,1 0 1 0 0,0 0 0 0 0,0 0 0 0 0,0 0 0 0 0,0 0-1 0 0,0 0 1 0 0,-1 0 0 0 0,1-1 0 0 0,0 1 0 0 0,0 0-1 0 0,0 0 1 0 0,0 0 0 0 0,0 0 0 0 0,0 0 0 0 0,0-1-1 0 0,0 1 1 0 0,0 0 0 0 0,-1 0 0 0 0,1 0 0 0 0,0 0-1 0 0,0-1 1 0 0,0 1 0 0 0,0 0 0 0 0,0 0 0 0 0,0 0-1 0 0,0 0 1 0 0,0-1 0 0 0,0 1 0 0 0,0 0 0 0 0,0 0-1 0 0,0 0 1 0 0,1-1 0 0 0,-1 1 0 0 0,0 0 0 0 0,0 0-1 0 0,0 0 1 0 0,0 0 0 0 0,0 0 0 0 0,0-1 0 0 0,0 1-1 0 0,0 0 1 0 0,0 0 0 0 0,1 0 0 0 0,-1 0 0 0 0,0 0-1 0 0,0 0 1 0 0,0-1 0 0 0,0 1 0 0 0,0 0 0 0 0,1 0-1 0 0,-1 0 1 0 0,0 0 0 0 0,0 0 0 0 0,0 0 0 0 0,0 0-1 0 0,1 0 1 0 0,-1 0 0 0 0,0 0 0 0 0,0 0 0 0 0,0 0-1 0 0,0 0 1 0 0,1 0 0 0 0,-5-7-5 0 0,4 7 7 0 0,0 0-1 0 0,0-1 0 0 0,0 1 0 0 0,1-1 0 0 0,-1 1 1 0 0,0 0-1 0 0,1-1 0 0 0,-1 1 0 0 0,0 0 0 0 0,1-1 1 0 0,-1 1-1 0 0,0 0 0 0 0,1 0 0 0 0,-1-1 0 0 0,0 1 1 0 0,1 0-1 0 0,-1 0 0 0 0,1 0 0 0 0,-1-1 0 0 0,1 1 1 0 0,-1 0-1 0 0,0 0 0 0 0,1 0 0 0 0,0 0 0 0 0,24-7 68 0 0,44-7-1 0 0,-28 8-13 0 0,-26 3-19 0 0,0 1 1 0 0,20-1-1 0 0,19-4-37 0 0,130 9 139 0 0,-149-3-28 0 0,1-2 0 0 0,45-9 0 0 0,-7 1-111 0 0,-60 10 6 0 0,0 1 0 0 0,24 4 0 0 0,-25-3 6 0 0,1 0 0 0 0,27-1-1 0 0,-16-2-6 0 0,0 2-1 0 0,36 4 0 0 0,10 0-6 0 0,155 9 2 0 0,-187-10 0 0 0,42 9 0 0 0,-4 0 0 0 0,27 0 52 0 0,33 3 24 0 0,109-8-76 0 0,-171 1 0 0 0,-50-4 0 0 0,1-1 0 0 0,45-1 0 0 0,159-11 64 0 0,-140 12-36 0 0,-47-1-5 0 0,83-6 1 0 0,-88-1 3 0 0,117-11 135 0 0,204-9-98 0 0,-175 24 62 0 0,-29 2-28 0 0,85-19-98 0 0,-113 7 0 0 0,-16-2 53 0 0,29-1 22 0 0,-43 4-75 0 0,-25 2 0 0 0,177-14 128 0 0,-188 16-128 0 0,62-3 0 0 0,1 3 32 0 0,-1 0 0 0 0,186-4 150 0 0,-259 7-172 0 0,124-11 31 0 0,-58 4-18 0 0,66 5 70 0 0,9-1 6 0 0,-83 2-99 0 0,137 13 0 0 0,-228-8 0 0 0,42 3 0 0 0,83 3 0 0 0,16 1 0 0 0,31-1 0 0 0,-76-4 111 0 0,3 0 2 0 0,125-19-43 0 0,14 0-76 0 0,13 5 6 0 0,-160 9 78 0 0,80-5 100 0 0,-85 1-178 0 0,-72 5 0 0 0,136 3-15 0 0,-51 1 6 0 0,115-3 21 0 0,-81-7 227 0 0,-116 7-219 0 0,103-4 77 0 0,-123 1-82 0 0,-11 2-5 0 0,1 1 0 0 0,0-1 1 0 0,0 0-1 0 0,0 1 0 0 0,0 0 1 0 0,0 0-1 0 0,0 0 0 0 0,0 0 1 0 0,0 1-1 0 0,0-1 0 0 0,6 3 1 0 0,-6-2 45 0 0,0 1 0 0 0,0-1 0 0 0,1-1 0 0 0,-1 1 0 0 0,6 0 0 0 0,10 1 77 0 0,6 1-133 0 0,-20-3 0 0 0,0 1 0 0 0,1-1 0 0 0,-1 1 0 0 0,0 1 0 0 0,8 2 0 0 0,-11-3 0 0 0,0 0 0 0 0,0-1 0 0 0,0 1 0 0 0,0-1 0 0 0,-1 0 0 0 0,6 0 0 0 0,-5 0 0 0 0,-1 0 0 0 0,1 0 0 0 0,0 0 0 0 0,0 1 0 0 0,0-1 0 0 0,0 1 0 0 0,-1-1 0 0 0,5 3 0 0 0,4-2-213 0 0,-5 1-211 0 0,0 0-1 0 0,0-1 1 0 0,-1 0 0 0 0,1 0 0 0 0,0-1 0 0 0,0 0 0 0 0,0 0 0 0 0,0 0 0 0 0,12-2-1 0 0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13T18:36:45.906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2718 208 3223 0 0,'-11'-48'18094'0'0,"9"47"-18101"0"0,0-1 90 0 0,0 0-1 0 0,0 0 1 0 0,1 0 0 0 0,-1 0-1 0 0,0-1 1 0 0,1 1 0 0 0,-1 0-1 0 0,1-1 1 0 0,0 1 0 0 0,-1-1-1 0 0,1 0 1 0 0,1 1 0 0 0,-2-5-1 0 0,1 2 35 0 0,-3-25 431 0 0,3 28-516 0 0,1 1 0 0 0,-1 0 0 0 0,1-1 0 0 0,-1 1 0 0 0,1 0 0 0 0,-1 0 0 0 0,0 0 0 0 0,1 0 0 0 0,-1 0 0 0 0,0 0 0 0 0,0 0 0 0 0,0 0 0 0 0,0 0 0 0 0,0 0-1 0 0,0 0 1 0 0,0 0 0 0 0,0 1 0 0 0,0-1 0 0 0,0 0 0 0 0,-2 0 0 0 0,1 0 45 0 0,-1-1 1 0 0,1 0-1 0 0,0 0 0 0 0,0 1 1 0 0,0-1-1 0 0,0-1 0 0 0,1 1 1 0 0,-4-4-1 0 0,-14-16 799 0 0,15 19-824 0 0,0 1-1 0 0,0-1 1 0 0,0 1 0 0 0,0 0-1 0 0,0 0 1 0 0,0 1-1 0 0,-1-1 1 0 0,1 1 0 0 0,-1 0-1 0 0,1 0 1 0 0,-1 0-1 0 0,0 1 1 0 0,1-1 0 0 0,-1 1-1 0 0,0 0 1 0 0,1 1-1 0 0,-1-1 1 0 0,1 1 0 0 0,-6 1-1 0 0,0 0 21 0 0,-1-1-1 0 0,1 0 1 0 0,-1-1 0 0 0,1 0-1 0 0,-1 0 1 0 0,-19-5-1 0 0,26 5-13 0 0,-1 0-1 0 0,1 0 0 0 0,0 0 0 0 0,0 1 0 0 0,-1 0 0 0 0,1-1 1 0 0,0 1-1 0 0,0 1 0 0 0,-6 1 0 0 0,6-1-10 0 0,0-1 1 0 0,0 1-1 0 0,-1-1 1 0 0,1 0-1 0 0,0 0 0 0 0,-1-1 1 0 0,1 0-1 0 0,0 1 0 0 0,-7-2 1 0 0,-7-1-165 0 0,-30 1 0 0 0,42 1 130 0 0,0 1 0 0 0,0-1-1 0 0,0 1 1 0 0,0 1 0 0 0,1-1-1 0 0,-1 1 1 0 0,-8 4 0 0 0,-12-1 327 0 0,16-4-114 0 0,-7 1 48 0 0,-28 1 0 0 0,42-3-259 0 0,0 0-1 0 0,0-1 1 0 0,0 1-1 0 0,0-1 1 0 0,0 0-1 0 0,0 1 1 0 0,0-1-1 0 0,0 0 1 0 0,1-1-1 0 0,-1 1 0 0 0,0 0 1 0 0,-2-3-1 0 0,2 2-11 0 0,1 2 3 0 0,1-1 0 0 0,-1 0 0 0 0,0 0 1 0 0,0 1-1 0 0,1-1 0 0 0,-1 1 0 0 0,0 0 0 0 0,0-1 0 0 0,0 1 0 0 0,0 0 0 0 0,1 0 0 0 0,-1 0 1 0 0,0 0-1 0 0,0 1 0 0 0,0-1 0 0 0,0 0 0 0 0,1 1 0 0 0,-3 0 0 0 0,-5 1 6 0 0,-5-2-1 0 0,13-1-9 0 0,0 1-1 0 0,0 0 1 0 0,1 0-1 0 0,-1-1 1 0 0,0 1-1 0 0,0 0 1 0 0,1 0-1 0 0,-1 0 1 0 0,0 0-1 0 0,0 0 1 0 0,0 0-1 0 0,1 0 1 0 0,-1 1-1 0 0,0-1 1 0 0,0 0-1 0 0,1 0 1 0 0,-1 0-1 0 0,0 1 1 0 0,0-1-1 0 0,1 0 1 0 0,-1 1-1 0 0,0-1 1 0 0,1 1-1 0 0,-1-1 1 0 0,1 1-1 0 0,-1-1 1 0 0,0 2-1 0 0,0-1 12 0 0,-1 0-1 0 0,1 0 1 0 0,-1-1-1 0 0,1 1 1 0 0,0 0-1 0 0,-1-1 1 0 0,0 1-1 0 0,1 0 0 0 0,-1-1 1 0 0,1 0-1 0 0,-1 1 1 0 0,1-1-1 0 0,-1 0 1 0 0,0 0-1 0 0,1 0 1 0 0,-1 0-1 0 0,0 0 0 0 0,1 0 1 0 0,-3-1-1 0 0,-5 1 27 0 0,2 0-29 0 0,3 0 8 0 0,-1 0 0 0 0,0 0 0 0 0,1-1 1 0 0,-1 1-1 0 0,0-1 0 0 0,1 0 0 0 0,-9-3 0 0 0,10 3-10 0 0,1 0 0 0 0,0 0 0 0 0,-1 0 0 0 0,1 1 0 0 0,0-1 0 0 0,-1 0 0 0 0,1 1 0 0 0,-1 0 0 0 0,1 0 0 0 0,-1-1 0 0 0,1 1 0 0 0,-1 1 0 0 0,1-1 0 0 0,-1 0 0 0 0,1 1 0 0 0,-1-1 0 0 0,-2 2 0 0 0,-29 14-8 0 0,32-15 0 0 0,0 0 0 0 0,0 0 0 0 0,0-1 0 0 0,-1 1 0 0 0,1-1 0 0 0,0 1 0 0 0,0-1 0 0 0,-1 0 0 0 0,1 0 0 0 0,0 0 0 0 0,-1 0 0 0 0,1 0 0 0 0,0 0 0 0 0,0-1 0 0 0,-3 0 0 0 0,-15-1 0 0 0,16 2 7 0 0,1 2 0 0 0,0-1 0 0 0,-1 0 0 0 0,1 0 1 0 0,0 1-1 0 0,0 0 0 0 0,0 0 0 0 0,-3 2 0 0 0,3-2 10 0 0,0 0-1 0 0,0-1 1 0 0,0 1 0 0 0,0-1-1 0 0,-1 0 1 0 0,1 0 0 0 0,-1 0-1 0 0,1 0 1 0 0,-1-1 0 0 0,1 0-1 0 0,-1 1 1 0 0,1-1 0 0 0,-7-1-1 0 0,-12 2 56 0 0,-85 12-337 0 0,-19-1 574 0 0,112-9-281 0 0,-4 1 95 0 0,-38 2 1 0 0,43-5-124 0 0,0 0 0 0 0,0 1 0 0 0,0 1 0 0 0,-21 6 0 0 0,-11 7 20 0 0,30-9-5 0 0,0-2-1 0 0,-32 7 1 0 0,29-8-15 0 0,13-2 0 0 0,0-1 0 0 0,1 0 0 0 0,-1 0 0 0 0,0-1 0 0 0,-7 1 0 0 0,-15-2 23 0 0,18 1-9 0 0,1 0-1 0 0,-17-2 1 0 0,7-1-1 0 0,0 2-1 0 0,0 0 1 0 0,0 2-1 0 0,-24 2 1 0 0,32-2-12 0 0,-24 3-1 0 0,15-2 0 0 0,1-1 0 0 0,-29 0 0 0 0,-12 0 0 0 0,45-3 0 0 0,-1 1 0 0 0,1 1 0 0 0,-1 0 0 0 0,-16 3 0 0 0,-7-1 0 0 0,36-2 3 0 0,0 0 0 0 0,0 0-1 0 0,1 0 1 0 0,-1 0 0 0 0,0 0 0 0 0,0 0 0 0 0,1 0-1 0 0,-1-1 1 0 0,-3 0 0 0 0,3 0 0 0 0,0 1 1 0 0,-1-1-1 0 0,1 1 0 0 0,0-1 0 0 0,-1 1 1 0 0,1 0-1 0 0,0 0 0 0 0,-1 0 0 0 0,1 0 1 0 0,-4 1-1 0 0,1 0-3 0 0,-1 0 0 0 0,1 0 0 0 0,-1-1 0 0 0,1 0 0 0 0,-1 0 0 0 0,1 0 0 0 0,0-1 0 0 0,-1 0 0 0 0,1 0 0 0 0,-8-3 0 0 0,-10-1 0 0 0,16 4 0 0 0,-1 1-1 0 0,0 0 1 0 0,1 0 0 0 0,-13 1-1 0 0,-7 1 24 0 0,9 0 375 0 0,16-1-432 0 0,0 0-1 0 0,-1-1 1 0 0,1 0-1 0 0,0 1 1 0 0,-1-1-1 0 0,1 0 1 0 0,0 0-1 0 0,-1-1 1 0 0,1 1-1 0 0,-5-1 1 0 0,5 0 34 0 0,-1 1 0 0 0,1-1 0 0 0,-1 1 0 0 0,1 0 0 0 0,-1 0 0 0 0,-4 1 0 0 0,-12-2 0 0 0,15 1 0 0 0,-1 0 0 0 0,0 0 0 0 0,0 0 0 0 0,0 0 0 0 0,0 1 0 0 0,0 0 0 0 0,-8 2 0 0 0,7-1 0 0 0,-1 0 0 0 0,0-1 0 0 0,-9 0 0 0 0,-26 4 0 0 0,31-3-1 0 0,8-2 0 0 0,-1 1 0 0 0,0-1 1 0 0,0 1-1 0 0,0 0 0 0 0,1 0 0 0 0,-1 0 0 0 0,1 1 1 0 0,-1-1-1 0 0,1 1 0 0 0,-1 0 0 0 0,-4 3 0 0 0,4-2-31 0 0,2 0 30 0 0,0-1 0 0 0,0-1 1 0 0,0 1-1 0 0,-1 0 0 0 0,1 0 0 0 0,-1-1 1 0 0,1 0-1 0 0,-1 1 0 0 0,1-1 1 0 0,-1 0-1 0 0,-4 1 0 0 0,-25-4 2 0 0,17-1-11 0 0,34-11-1445 0 0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13T18:36:54.476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2823 1370 11663 0 0,'-1'0'94'0'0,"0"0"0"0"0,0 1 0 0 0,0-1 0 0 0,0 0 0 0 0,0 0 0 0 0,0 0 0 0 0,0 0 0 0 0,0 0 0 0 0,0 0-1 0 0,0 0 1 0 0,-1-1 0 0 0,1 1 0 0 0,0 0 0 0 0,0 0 0 0 0,0-1 0 0 0,1 1 0 0 0,-1-1 0 0 0,0 1 0 0 0,0-1 0 0 0,0 1-1 0 0,0-1 1 0 0,0 0 0 0 0,-1-1 188 0 0,1 2-188 0 0,1-1 0 0 0,-1 0 0 0 0,-1-1 0 0 0,1-1 15 0 0,-1 1 1 0 0,0-1-1 0 0,0 0 1 0 0,1 1 0 0 0,0-1-1 0 0,-1 0 1 0 0,1 0 0 0 0,-1-4-1 0 0,2 5-104 0 0,0 0 1 0 0,-1 0-1 0 0,1 0 0 0 0,0 0 0 0 0,-1 0 0 0 0,0 0 1 0 0,1 1-1 0 0,-1-1 0 0 0,0 0 0 0 0,0 0 1 0 0,0 1-1 0 0,0-1 0 0 0,0 0 0 0 0,0 1 0 0 0,-2-2 1 0 0,1 2 95 0 0,1 0 1 0 0,-1 0 0 0 0,1 0-1 0 0,-1 1 1 0 0,0-1 0 0 0,1 1-1 0 0,-1-1 1 0 0,0 1 0 0 0,0 0-1 0 0,1-1 1 0 0,-1 1 0 0 0,0 0-1 0 0,0 0 1 0 0,1 0 0 0 0,-1 1 0 0 0,-3-1-1 0 0,-12 3 927 0 0,10-2-783 0 0,0 0 0 0 0,1 0 0 0 0,-1-1 0 0 0,0 0 0 0 0,-9-1 0 0 0,12 1-118 0 0,0 0 1 0 0,0 0 0 0 0,0 0 0 0 0,0 1 0 0 0,0-1 0 0 0,-8 3 0 0 0,-16 1 445 0 0,21-4-447 0 0,-1 0 0 0 0,1-1 0 0 0,0 0 0 0 0,0-1 0 0 0,-1 0 0 0 0,-7-3 0 0 0,10 4-60 0 0,0 0-1 0 0,1 0 1 0 0,-1 0-1 0 0,0 0 1 0 0,0 1-1 0 0,0 0 1 0 0,1 0-1 0 0,-1 0 1 0 0,0 1-1 0 0,0-1 1 0 0,1 1-1 0 0,-1 0 1 0 0,0 1-1 0 0,1-1 1 0 0,-6 3-1 0 0,-1-1 52 0 0,0-1 0 0 0,-1 0 0 0 0,1-1-1 0 0,-21 0 1 0 0,-6 1 99 0 0,14 0-20 0 0,11-2 12 0 0,0 1 0 0 0,-23 6 0 0 0,28-5-183 0 0,0-1 1 0 0,0 0-1 0 0,0 0 0 0 0,0 0 0 0 0,-8-1 0 0 0,11 0 10 0 0,0-1 0 0 0,1 1-1 0 0,-1-1 1 0 0,1 0-1 0 0,-1 0 1 0 0,1 0 0 0 0,-1-1-1 0 0,1 0 1 0 0,0 0 0 0 0,-5-3-1 0 0,4 2 0 0 0,1 1 0 0 0,-1-1 1 0 0,0 1-1 0 0,0 0 0 0 0,0 0 0 0 0,0 1 0 0 0,0-1 0 0 0,0 1 0 0 0,-1 0 0 0 0,1 1 1 0 0,0-1-1 0 0,-11 1 0 0 0,8 1-39 0 0,-1 0 1 0 0,1 1-1 0 0,0 0 1 0 0,-1 0 0 0 0,1 1-1 0 0,0 0 1 0 0,-10 5-1 0 0,12-5 23 0 0,0 0 1 0 0,0 0-1 0 0,-1-1 0 0 0,1 0 1 0 0,-1 0-1 0 0,1-1 0 0 0,-1 0 0 0 0,1 0 1 0 0,-1 0-1 0 0,0-1 0 0 0,0 0 1 0 0,1 0-1 0 0,-14-3 0 0 0,13 3 3 0 0,0 0-1 0 0,0 0 1 0 0,0 1 0 0 0,0 0-1 0 0,0 0 1 0 0,0 1 0 0 0,-10 4-1 0 0,-2-1 7 0 0,4-3 32 0 0,0 0 0 0 0,0 0 0 0 0,0-1-1 0 0,-23-3 1 0 0,18 1 38 0 0,-35 3 0 0 0,38 0-73 0 0,-34-3 0 0 0,39 0-11 0 0,0 1 1 0 0,0 0-1 0 0,0 0 0 0 0,0 2 1 0 0,-23 4-1 0 0,-22 13-13 0 0,49-16 23 0 0,-1-1 0 0 0,1 1 0 0 0,-1-2 0 0 0,-16 2 0 0 0,14-2 16 0 0,-24 6-1 0 0,18-3-38 0 0,0 0 0 0 0,-1-1 0 0 0,1-1 0 0 0,-32 1 0 0 0,9 0 0 0 0,31-2 0 0 0,1 0 0 0 0,-1 0 0 0 0,1-1 0 0 0,-1 0 0 0 0,0-1 0 0 0,-11-1 0 0 0,9 0 6 0 0,0 0 1 0 0,0 1-1 0 0,0 0 1 0 0,0 1-1 0 0,0 0 0 0 0,0 0 1 0 0,0 2-1 0 0,-1-1 1 0 0,-11 4-1 0 0,14-3-6 0 0,0-1 0 0 0,0 0 0 0 0,0-1 0 0 0,0 0 0 0 0,-10-1 0 0 0,7 0 0 0 0,0 0 0 0 0,-11 2 0 0 0,-85 12 0 0 0,98-12 0 0 0,0-1 0 0 0,-17-2 0 0 0,18 1 0 0 0,-1 1 0 0 0,0 0 0 0 0,-12 1 0 0 0,-5 6 0 0 0,22-5 0 0 0,0 0 0 0 0,0-1 0 0 0,0 0 0 0 0,0 0 0 0 0,-10 1 0 0 0,4-3 20 0 0,0 0 1 0 0,0-1-1 0 0,0 0 1 0 0,-15-6-1 0 0,-14-2 59 0 0,11 5-54 0 0,-1 2 0 0 0,-48 1 0 0 0,61 2-25 0 0,0 1 0 0 0,0 0 0 0 0,-24 5 0 0 0,-30 19-56 0 0,14-10 136 0 0,5-2-80 0 0,34-10-30 0 0,14-3 22 0 0,0 1 0 0 0,0-1 0 0 0,0 1 0 0 0,0 0 1 0 0,-5 2-1 0 0,8-3 53 0 0,1 0-45 0 0,0 0 0 0 0,0 0-1 0 0,-1 0 1 0 0,1 0 0 0 0,0 0 0 0 0,0 0-1 0 0,0 0 1 0 0,0 0 0 0 0,0 0-1 0 0,0 0 1 0 0,-1 0 0 0 0,1 0-1 0 0,0 0 1 0 0,0 0 0 0 0,0 0-1 0 0,0 0 1 0 0,0 0 0 0 0,0 0-1 0 0,0 0 1 0 0,-1 1 0 0 0,1-1-1 0 0,0 0 1 0 0,0 0 0 0 0,0 0-1 0 0,0 0 1 0 0,0 0 0 0 0,0 0 0 0 0,0 0-1 0 0,0 0 1 0 0,0 0 0 0 0,0 1-1 0 0,0-1 1 0 0,-1 0 0 0 0,1 0-1 0 0,0 0 1 0 0,0 0 0 0 0,0 0-1 0 0,0 0 1 0 0,0 0 0 0 0,0 1-1 0 0,0-1 1 0 0,0 0 0 0 0,0 0-1 0 0,0 0 1 0 0,0 0 0 0 0,0 0 0 0 0,0 0-1 0 0,0 1 1 0 0,0-1 0 0 0,0 0-1 0 0,0 0 1 0 0,0 0 0 0 0,1 0-1 0 0,-1 0 1 0 0,0 0 0 0 0,0 0-1 0 0,0 1 1 0 0,0-1 0 0 0,0 0-1 0 0,2 16 12 0 0,-2-18-28 0 0,0 0 0 0 0,0 1 1 0 0,1-1-1 0 0,-1 0 0 0 0,0 0 0 0 0,1 0 0 0 0,-1 0 1 0 0,1 0-1 0 0,1-2 0 0 0,-2 3 17 0 0,1 1 0 0 0,-1 0 0 0 0,0-1 0 0 0,1 1 0 0 0,-1-1 0 0 0,1 1 0 0 0,-1-1 0 0 0,1 1 0 0 0,0 0 0 0 0,-1-1 0 0 0,1 1 0 0 0,-1 0 0 0 0,1 0 0 0 0,0 0 0 0 0,-1-1 0 0 0,1 1 0 0 0,0 0 0 0 0,-1 0 0 0 0,1 0 0 0 0,0 0 0 0 0,-1 0 0 0 0,1 0 0 0 0,-1 0 0 0 0,1 0 0 0 0,0 0 0 0 0,-1 0 0 0 0,1 1 0 0 0,0-1 0 0 0,-1 0 0 0 0,1 0 0 0 0,-1 1 0 0 0,1-1 0 0 0,0 0 0 0 0,-1 1 0 0 0,1-1 0 0 0,0 1 0 0 0,6 1 0 0 0,16-13 0 0 0,-21 10 0 0 0,1-1 0 0 0,0 0 0 0 0,-1 1 0 0 0,1 0 0 0 0,0 0 0 0 0,0 0 0 0 0,0 0 0 0 0,5-1 0 0 0,86-13 0 0 0,44-22-232 0 0,-120 33 226 0 0,-1 0 0 0 0,31-2 0 0 0,-29 5 14 0 0,0-2 0 0 0,19-5-1 0 0,0-8 253 0 0,-7 3-476 0 0,101-28 133 0 0,-20 6 61 0 0,-50 17 17 0 0,0 2-1 0 0,127-13 1 0 0,-32 0-11 0 0,-57 8 8 0 0,56-3-40 0 0,189-5 0 0 0,-309 27 60 0 0,7 0 46 0 0,72 6 0 0 0,-95-3-58 0 0,28-1 0 0 0,-29-1 0 0 0,36 4 0 0 0,-48-3 199 0 0,-4 0 134 0 0,-6 2-113 0 0,-2-4-92 0 0,-34-12 16 0 0,0 1 0 0 0,-1 2 0 0 0,-1 2 0 0 0,0 1 0 0 0,-59-2 0 0 0,8 7-144 0 0,-100-16 0 0 0,-88-27 0 0 0,259 43-26 0 0,-1 1 1 0 0,0 1-1 0 0,0 0 1 0 0,-27 4-1 0 0,41 0-74 0 0,8-3 98 0 0,0 1 0 0 0,0-1 0 0 0,0 0 0 0 0,0 0 0 0 0,0 0 0 0 0,0 0 0 0 0,0 0 0 0 0,0 0 0 0 0,0 0 0 0 0,0 0 0 0 0,0 0 0 0 0,0 0 0 0 0,0 0 0 0 0,1 0 0 0 0,-1 0 0 0 0,0 0 0 0 0,0 0-1 0 0,0 0 1 0 0,0 0 0 0 0,0 0 0 0 0,0 0 0 0 0,0 0 0 0 0,0 0 0 0 0,0 1 0 0 0,0-1 0 0 0,0 0 0 0 0,0 0 0 0 0,0 0 0 0 0,1 0 0 0 0,-1 0 0 0 0,0 0 0 0 0,0-1 0 0 0,0 1 0 0 0,0 0 0 0 0,0 0 0 0 0,0 0 0 0 0,0 0 0 0 0,0 0 0 0 0,0 0 0 0 0,0 0 0 0 0,0 0 0 0 0,0 0 0 0 0,0 0 0 0 0,1 0 0 0 0,-1 0 0 0 0,0 0 0 0 0,0 0-1 0 0,0 0 1 0 0,0 0 0 0 0,0 0 0 0 0,0 0 0 0 0,0 0 0 0 0,0 0 0 0 0,0 0 0 0 0,0-1 0 0 0,0 1 0 0 0,0 0 0 0 0,0 0 0 0 0,0 0 0 0 0,0 0 0 0 0,5-1-230 0 0,-1 0 224 0 0,-1 0 1 0 0,1 1-1 0 0,0 0 0 0 0,-1 0 0 0 0,1 0 1 0 0,-1 0-1 0 0,1 0 0 0 0,0 1 0 0 0,-1 0 1 0 0,6 1-1 0 0,4 2-17 0 0,1-1 1 0 0,-1 0 0 0 0,0-1 0 0 0,1-1 0 0 0,26 0-1 0 0,70-12 21 0 0,-51 4-60 0 0,242 3-11 0 0,-262 5 73 0 0,120 14 2 0 0,-55-3 0 0 0,-87-10-1 0 0,0 1 0 0 0,29 9 0 0 0,-1 0 20 0 0,-37-12 127 0 0,-7 0-144 0 0,-1 0 0 0 0,0 0 1 0 0,0-1-1 0 0,0 1 0 0 0,0 0 1 0 0,0 0-1 0 0,0-1 0 0 0,0 1 1 0 0,0 0-1 0 0,0 0 1 0 0,1 0-1 0 0,-1-1 0 0 0,0 1 1 0 0,0 0-1 0 0,0 0 0 0 0,0 0 1 0 0,0-1-1 0 0,0 1 0 0 0,-1 0 1 0 0,1 0-1 0 0,0-1 0 0 0,0 1 1 0 0,0 0-1 0 0,0 0 0 0 0,0 0 1 0 0,0-1-1 0 0,0 1 0 0 0,0 0 1 0 0,-1-1-1 0 0,1 2-1 0 0,0-1-1 0 0,0 0 1 0 0,0 0 0 0 0,1 0-1 0 0,-1 0 1 0 0,0 0 0 0 0,0 0-1 0 0,0 0 1 0 0,0 0 0 0 0,0 0-1 0 0,0 0 1 0 0,0 0 0 0 0,0 0 0 0 0,0 0-1 0 0,0 0 1 0 0,0 1 0 0 0,0-1-1 0 0,0 0 1 0 0,0 0 0 0 0,0 0-1 0 0,0 0 1 0 0,0 0 0 0 0,0 0-1 0 0,0 0 1 0 0,0 0 0 0 0,0 0-1 0 0,-1 0 1 0 0,1 0 0 0 0,0 0-1 0 0,0 0 1 0 0,0 0 0 0 0,0 0-1 0 0,0 1 1 0 0,0-1 0 0 0,0 0-1 0 0,0 0 1 0 0,0 0 0 0 0,0 0-1 0 0,0 0 1 0 0,0 0 0 0 0,0 0-1 0 0,0 0 1 0 0,0 0 0 0 0,0 0-1 0 0,0 0 1 0 0,-1 0 0 0 0,1 0-1 0 0,0 0 1 0 0,0 0 0 0 0,0 0-1 0 0,0 0 1 0 0,0 0 0 0 0,0 0-1 0 0,0 0 1 0 0,0 0 0 0 0,0 0-1 0 0,0 0 1 0 0,0 0 0 0 0,0 0 0 0 0,0 0-1 0 0,0 0 1 0 0,-1 0 0 0 0,1 0-1 0 0,0 0 1 0 0,0 0 0 0 0,0 0-1 0 0,0 0 1 0 0,-12-5 128 0 0,-18-7 23 0 0,1 1 0 0 0,-2 2 0 0 0,-44-8 0 0 0,-98-7 57 0 0,-178 6-428 0 0,303 17 254 0 0,24 0-35 0 0,-4 0 0 0 0,-50 4 0 0 0,61-2 0 0 0,15-2-6 0 0,0 1 0 0 0,-1 0 0 0 0,1 0 1 0 0,-1 0-1 0 0,1 1 0 0 0,0-1 1 0 0,-1 1-1 0 0,1-1 0 0 0,0 1 1 0 0,0 0-1 0 0,-1-1 0 0 0,-1 3 0 0 0,5-2-7 0 0,1 0 0 0 0,0 0-1 0 0,-1 0 1 0 0,1-1 0 0 0,0 1-1 0 0,-1 0 1 0 0,1-1 0 0 0,0 1-1 0 0,2 0 1 0 0,4-1-18 0 0,0 0 1 0 0,0 0-1 0 0,0 0 0 0 0,0-1 1 0 0,0 0-1 0 0,-1-1 0 0 0,14-3 0 0 0,20-5-91 0 0,186-14-39 0 0,66-10-30 0 0,-286 33 198 0 0,1 1-1 0 0,-1-1 1 0 0,11 2 0 0 0,11 0 26 0 0,-29-1-32 0 0,1 0 0 0 0,-1 0 0 0 0,1 0-1 0 0,-1 0 1 0 0,1 0 0 0 0,-1 0 0 0 0,1 0 0 0 0,-1 0-1 0 0,1 0 1 0 0,0-1 0 0 0,-1 1 0 0 0,1 0 0 0 0,-1 0 0 0 0,1 0-1 0 0,-1-1 1 0 0,1 1 0 0 0,-1 0 0 0 0,0 0 0 0 0,1-1 0 0 0,-1 1-1 0 0,1 0 1 0 0,-1-1 0 0 0,1 1 0 0 0,-1-1 0 0 0,0 1-1 0 0,1-1 1 0 0,-1 0 0 0 0,0 0 10 0 0,0 1-1 0 0,0-1 1 0 0,0 0-1 0 0,-1 1 1 0 0,1-1-1 0 0,0 0 1 0 0,-1 1-1 0 0,1-1 1 0 0,0 0-1 0 0,-1 1 1 0 0,1-1-1 0 0,-1 1 1 0 0,1-1-1 0 0,-1 1 1 0 0,1-1-1 0 0,-1 1 1 0 0,0-1 0 0 0,-27-18 300 0 0,13 12-276 0 0,0 0-1 0 0,0 2 1 0 0,0 0 0 0 0,-1 0-1 0 0,1 2 1 0 0,-1 0 0 0 0,-29-2-1 0 0,-1 3-36 0 0,-69 8-1 0 0,26 4-53 0 0,-93 23 0 0 0,-84 39-35 0 0,184-45 62 0 0,33-10 5 0 0,-85 18 0 0 0,46-21 24 0 0,-65 12 0 0 0,142-23 0 0 0,0 0 0 0 0,1 0 0 0 0,-12 6 0 0 0,19-7 0 0 0,-3 1-45 0 0,10-4-57 0 0,10-5-60 0 0,-8 2 145 0 0,0 1 1 0 0,-1 0 0 0 0,1 0 0 0 0,0 0-1 0 0,1 1 1 0 0,10-4 0 0 0,42-6-72 0 0,-47 10 54 0 0,138-19-106 0 0,78-15 4 0 0,-156 12 125 0 0,-56 28 178 0 0,-12-3-40 0 0,-11-5-48 0 0,2 1-54 0 0,0 1 0 0 0,-1-1 0 0 0,1 1-1 0 0,0 1 1 0 0,0-1 0 0 0,-1 1 0 0 0,-5-1-1 0 0,-43-3 95 0 0,32 4-97 0 0,-13-1 7 0 0,-1 3-1 0 0,-46 5 1 0 0,-71 18-35 0 0,61-9 59 0 0,39-4-54 0 0,0 3 0 0 0,-77 29-1 0 0,99-34-22 0 0,0-1 0 0 0,-39 4 0 0 0,61-10 23 0 0,-14 0 1 0 0,18-2 0 0 0,1 0 0 0 0,0 0 0 0 0,-1 1 0 0 0,1-1 0 0 0,0 1 0 0 0,-6 2 0 0 0,5-3-45 0 0,5-2-57 0 0,1 2 92 0 0,0-1 1 0 0,0 1 0 0 0,0 0 0 0 0,0 0-1 0 0,0 0 1 0 0,0-1 0 0 0,0 1-1 0 0,0 0 1 0 0,0 0 0 0 0,0 0-1 0 0,0 0 1 0 0,0 1 0 0 0,0-1 0 0 0,0 0-1 0 0,0 0 1 0 0,0 0 0 0 0,1 2-1 0 0,6 0-12 0 0,-1 0 0 0 0,1-1-1 0 0,0 1 1 0 0,-1-1 0 0 0,1-1-1 0 0,0 0 1 0 0,0 0-1 0 0,0 0 1 0 0,-1-1 0 0 0,1 0-1 0 0,0 0 1 0 0,-1-1-1 0 0,15-5 1 0 0,72-49-43 0 0,-70 44 62 0 0,-6 2 17 0 0,0 2 0 0 0,1 0 0 0 0,33-10 0 0 0,-43 15-20 0 0,0 1-1 0 0,0-2 1 0 0,0 1-1 0 0,8-6 1 0 0,-12 6 3 0 0,0 1-1 0 0,-1-1 0 0 0,1-1 1 0 0,-1 1-1 0 0,0 0 1 0 0,0-1-1 0 0,0 0 1 0 0,4-6-1 0 0,-8 10 7 0 0,1-1-1 0 0,-1 1 1 0 0,1-1-1 0 0,-1 1 1 0 0,0-1-1 0 0,0 0 1 0 0,1 1-1 0 0,-1-1 1 0 0,0 1 0 0 0,0-1-1 0 0,0 0 1 0 0,1 1-1 0 0,-1-1 1 0 0,0 1-1 0 0,0-1 1 0 0,0 0-1 0 0,0 1 1 0 0,0-1-1 0 0,0 0 1 0 0,-1 1 0 0 0,1-1-1 0 0,0 0 1 0 0,0 1-1 0 0,0-1 1 0 0,-1 1-1 0 0,1-2 1 0 0,-1 1 9 0 0,0 0 1 0 0,0 0 0 0 0,0 0-1 0 0,0 0 1 0 0,0 0-1 0 0,0 1 1 0 0,-1-1 0 0 0,1 0-1 0 0,0 1 1 0 0,0-1-1 0 0,-3 0 1 0 0,-1-1 31 0 0,-1 1 0 0 0,1-1 0 0 0,-1 1 0 0 0,-10 0 0 0 0,8 2-36 0 0,0-1-1 0 0,0 2 0 0 0,0-1 1 0 0,0 1-1 0 0,1 0 1 0 0,-1 1-1 0 0,0 0 1 0 0,1 0-1 0 0,-12 7 1 0 0,-4 5-84 0 0,-32 25 0 0 0,25-11 63 0 0,22-21 13 0 0,1 0 1 0 0,-18 12 0 0 0,25-20-1 0 0,-3 0-3 0 0,4-12 19 0 0,8-24 209 0 0,-4 24-251 0 0,-2-1 0 0 0,0 0 1 0 0,-1 1-1 0 0,0-1 0 0 0,0 0 0 0 0,-2 0 1 0 0,0-15-1 0 0,-1 18 54 0 0,0 1-1 0 0,-1-1 1 0 0,-1 0-1 0 0,-3-9 0 0 0,5 16-20 0 0,0 0 0 0 0,-1 1 0 0 0,1-1-1 0 0,-1 1 1 0 0,1 0 0 0 0,-1-1 0 0 0,0 1-1 0 0,0 0 1 0 0,0 0 0 0 0,0 0 0 0 0,0 0-1 0 0,0 0 1 0 0,-1 1 0 0 0,1-1-1 0 0,-1 1 1 0 0,1-1 0 0 0,-1 1 0 0 0,-4-1-1 0 0,5 1-20 0 0,-1 0-1 0 0,0 1 1 0 0,0-1-1 0 0,0 1 0 0 0,0 0 1 0 0,0 0-1 0 0,0 0 1 0 0,-1 0-1 0 0,1 0 0 0 0,0 1 1 0 0,1-1-1 0 0,-1 1 1 0 0,0 0-1 0 0,0 0 1 0 0,0 0-1 0 0,0 0 0 0 0,1 1 1 0 0,-1-1-1 0 0,0 1 1 0 0,1 0-1 0 0,-1-1 0 0 0,1 1 1 0 0,-4 4-1 0 0,-4 5-30 0 0,0 0 0 0 0,1 0 0 0 0,-13 22-1 0 0,11-16-8 0 0,10-16 52 0 0,-26 39-21 0 0,-1-2 0 0 0,-40 43 0 0 0,66-80 24 0 0,0 1 0 0 0,1 0 0 0 0,-2-1 0 0 0,1 0 0 0 0,0 1 0 0 0,0-1 0 0 0,0 0 0 0 0,-1 0 0 0 0,1 0 0 0 0,0 0 0 0 0,-1-1 0 0 0,1 1 0 0 0,-1-1 0 0 0,-4 1 0 0 0,6-1 8 0 0,0 0 0 0 0,0-1 1 0 0,0 1-1 0 0,0 0 0 0 0,-1-1 0 0 0,1 1 0 0 0,0-1 1 0 0,0 0-1 0 0,0 1 0 0 0,0-1 0 0 0,0 0 0 0 0,0 1 1 0 0,1-1-1 0 0,-1 0 0 0 0,0 0 0 0 0,0 0 0 0 0,0 0 1 0 0,1 0-1 0 0,-1 0 0 0 0,0 0 0 0 0,1 0 0 0 0,-1 0 1 0 0,1 0-1 0 0,0 0 0 0 0,-1 0 0 0 0,1 0 1 0 0,0-1-1 0 0,-1 1 0 0 0,1-2 0 0 0,-1-3 46 0 0,0 0 0 0 0,0 0 1 0 0,1 0-1 0 0,1-9 0 0 0,1-3-55 0 0,7-27 0 0 0,-5 29 0 0 0,0 0 0 0 0,1-21 0 0 0,7-55-13 0 0,-6 54-86 0 0,-4 28 67 0 0,-1 0 0 0 0,1-13 0 0 0,-2 23 30 0 0,0 0 0 0 0,0 0 1 0 0,0 0-1 0 0,0 0 0 0 0,0 0 0 0 0,0 0 0 0 0,0 0 0 0 0,0 0 0 0 0,0 0 1 0 0,0 0-1 0 0,0 0 0 0 0,-1 0 0 0 0,1 0 0 0 0,0 0 0 0 0,0 0 0 0 0,0 0 1 0 0,0 0-1 0 0,0 0 0 0 0,0 0 0 0 0,0 0 0 0 0,0 0 0 0 0,0 0 1 0 0,0 0-1 0 0,0-1 0 0 0,0 1 0 0 0,0 0 0 0 0,0 0 0 0 0,0 0 0 0 0,0 0 1 0 0,-1 0-1 0 0,1 0 0 0 0,0 0 0 0 0,0 0 0 0 0,0 0 0 0 0,0 0 0 0 0,0 0 1 0 0,0 0-1 0 0,0 0 0 0 0,0 0 0 0 0,0 0 0 0 0,0 0 0 0 0,0 0 1 0 0,0-1-1 0 0,0 1 0 0 0,0 0 0 0 0,0 0 0 0 0,0 0 0 0 0,0 0 0 0 0,0 0 1 0 0,0 0-1 0 0,0 0 0 0 0,0 0 0 0 0,0 0 0 0 0,0 0 0 0 0,0 0 1 0 0,0 0-1 0 0,0 0 0 0 0,0 0 0 0 0,0 0 0 0 0,0-1 0 0 0,1 1 0 0 0,2 12-128 0 0,2 0 98 0 0,0-1 1 0 0,-1 1-1 0 0,0 0 1 0 0,2 20-1 0 0,5 57-109 0 0,-11-80 141 0 0,-1 0 0 0 0,1 0 0 0 0,-4 12 0 0 0,0 19 0 0 0,5-31 192 0 0,5-208-37 0 0,-1 10-38 0 0,-2 146-117 0 0,-1 34 0 0 0,-1 0 0 0 0,-1-1 0 0 0,0 1 0 0 0,0-1 0 0 0,-3-12 0 0 0,0 2 0 0 0,3 14 0 0 0,-1 0 0 0 0,0 1 0 0 0,0-1 0 0 0,-1 1 0 0 0,-3-10 0 0 0,5 15 0 0 0,-5-2-31 0 0,4 3 28 0 0,0-1 0 0 0,1 0 0 0 0,-1 0 0 0 0,1 0 0 0 0,-1 1 0 0 0,0-1 0 0 0,1 0 0 0 0,-1 1 0 0 0,1-1-1 0 0,-1 0 1 0 0,1 1 0 0 0,-1-1 0 0 0,1 1 0 0 0,0-1 0 0 0,-1 1 0 0 0,1-1 0 0 0,-1 1 0 0 0,1-1 0 0 0,0 1 0 0 0,-1-1-1 0 0,1 2 1 0 0,-17 29-78 0 0,4-6-45 0 0,-33 47 0 0 0,33-53 136 0 0,10-15-2 0 0,0 1 0 0 0,0-1 0 0 0,-1 1-1 0 0,1-1 1 0 0,-1 0 0 0 0,0 0 0 0 0,0-1 0 0 0,0 1-1 0 0,-8 4 1 0 0,12-8-6 0 0,-1 0-1 0 0,1 1 1 0 0,0-1 0 0 0,-1 0-1 0 0,1 0 1 0 0,0 0 0 0 0,-1 1 0 0 0,1-1-1 0 0,0 0 1 0 0,-1 0 0 0 0,1 0-1 0 0,0 0 1 0 0,-1 0 0 0 0,1 0-1 0 0,0 0 1 0 0,-1 1 0 0 0,1-1-1 0 0,-1 0 1 0 0,1 0 0 0 0,0-1-1 0 0,-1 1 1 0 0,1 0 0 0 0,0 0-1 0 0,-1 0 1 0 0,1 0 0 0 0,-1 0-1 0 0,1 0 1 0 0,0 0 0 0 0,-1-1-1 0 0,1 1 1 0 0,-1-14 26 0 0,10-44-28 0 0,0-71 0 0 0,-9 121 0 0 0,0-1 0 0 0,0 1 0 0 0,1 0 0 0 0,1-1 0 0 0,-1 1 0 0 0,4-9 0 0 0,-3 11 0 0 0,-2 4 0 0 0,-1 2-12 0 0,2 5-101 0 0,1 6 103 0 0,-1-5 10 0 0,0 0 0 0 0,0-1 0 0 0,1 1 0 0 0,-1-1 0 0 0,1 1-1 0 0,0-1 1 0 0,1 1 0 0 0,3 5 0 0 0,-5-11-6 0 0,-1 0 8 0 0,0 0-1 0 0,0 0 0 0 0,0 0 0 0 0,0 0 1 0 0,0 0-1 0 0,0 0 0 0 0,0 0 0 0 0,1 0 1 0 0,-1 0-1 0 0,0 0 0 0 0,0 0 0 0 0,0 0 1 0 0,0 0-1 0 0,0 0 0 0 0,0 0 0 0 0,0 0 1 0 0,0 0-1 0 0,0 0 0 0 0,0 0 0 0 0,0 0 1 0 0,0 0-1 0 0,0 0 0 0 0,1 0 0 0 0,-1 0 1 0 0,0 0-1 0 0,0 0 0 0 0,0-1 0 0 0,0 1 0 0 0,0 0 1 0 0,0 0-1 0 0,0 0 0 0 0,0 0 0 0 0,0 0 1 0 0,0 0-1 0 0,0 0 0 0 0,0 0 0 0 0,0 0 1 0 0,0 0-1 0 0,0 0 0 0 0,0 0 0 0 0,0-1 1 0 0,0 1-1 0 0,0 0 0 0 0,0 0 0 0 0,0 0 1 0 0,0 0-1 0 0,0 0 0 0 0,0 0 0 0 0,0 0 1 0 0,0 0-1 0 0,0 0 0 0 0,0 0 0 0 0,0 0 1 0 0,0 0-1 0 0,0-1 0 0 0,0-11 15 0 0,0 1 0 0 0,1-1 0 0 0,1 0 0 0 0,4-17 0 0 0,17-51 32 0 0,-23 80-48 0 0,2-5 0 0 0,0-1 0 0 0,0 0 0 0 0,-1 1 0 0 0,0-1 0 0 0,0 0 0 0 0,0-7 0 0 0,-1 12-8 0 0,1 0 0 0 0,-1 0 0 0 0,1 0 0 0 0,-1 0 0 0 0,1 0 0 0 0,0 0 0 0 0,-1 0 0 0 0,1 0 0 0 0,0 0 0 0 0,0 0 0 0 0,-1 0 0 0 0,1 1 0 0 0,0-1 0 0 0,0 0 0 0 0,0 1 0 0 0,0-1 0 0 0,1 0 0 0 0,19-10-136 0 0,-14 8 141 0 0,-4 1-4 0 0,0 0 0 0 0,0 1 1 0 0,0 0-1 0 0,0-1 1 0 0,0 1-1 0 0,0 1 0 0 0,0-1 1 0 0,1 0-1 0 0,-1 1 0 0 0,0-1 1 0 0,0 1-1 0 0,1 0 0 0 0,-1 0 1 0 0,0 1-1 0 0,0-1 1 0 0,1 0-1 0 0,-1 1 0 0 0,0 0 1 0 0,4 1-1 0 0,39 19 7 0 0,9 3 0 0 0,-47-21-8 0 0,1-1 0 0 0,-1 0 0 0 0,0 0 0 0 0,1-1 0 0 0,0 0 0 0 0,-1 0 0 0 0,12-1 0 0 0,25-3 8 0 0,103 0 0 0 0,-129 3 13 0 0,-1 0 0 0 0,0-1 0 0 0,0-1-1 0 0,24-5 1 0 0,69-24-29 0 0,-49 12 113 0 0,-29 9-91 0 0,4-1-30 0 0,2 1 1 0 0,58-7-1 0 0,11 12 48 0 0,20-2 32 0 0,-29-11 287 0 0,-71 12-265 0 0,1 0 0 0 0,56-2-1 0 0,-64 9-77 0 0,0 1 0 0 0,33 8 0 0 0,-33-6 0 0 0,0-1 0 0 0,33 2 0 0 0,26-6 53 0 0,-68 1-38 0 0,0 0 0 0 0,13 2 0 0 0,10 1 87 0 0,-23-3-62 0 0,0 1 0 0 0,0 1-1 0 0,15 4 1 0 0,-15-3 0 0 0,-1-1 1 0 0,1 0-1 0 0,16 1 0 0 0,-17-3-40 0 0,7-1 0 0 0,0 1 0 0 0,-1 1 0 0 0,1 0 0 0 0,-1 1 0 0 0,1 1 0 0 0,29 10 0 0 0,-37-9-8 0 0,-1-1-19 0 0,0 1 1 0 0,16 9-1 0 0,-17-5 27 0 0,16 7 0 0 0,-19-11 0 0 0,-4-4 0 0 0,0 1 0 0 0,-1 0 0 0 0,1 0 0 0 0,0 1 0 0 0,0-1 0 0 0,-1 0 0 0 0,1 0 0 0 0,0 0 0 0 0,-1 0 0 0 0,1 1 0 0 0,-1-1 0 0 0,0 0 0 0 0,1 0 0 0 0,-1 1 0 0 0,0-1 0 0 0,0 0 0 0 0,0 1 0 0 0,0-1 0 0 0,0 2 0 0 0,0-2 0 0 0,0 0 0 0 0,0 0 0 0 0,1 1 0 0 0,-1-1 0 0 0,0 0 0 0 0,0 1 0 0 0,1-1 0 0 0,-1 0 0 0 0,2 3 0 0 0,4 7 0 0 0,-1 1 0 0 0,0 0 0 0 0,-1 0 0 0 0,0 0 0 0 0,-1 0 0 0 0,3 22 0 0 0,-1-6 0 0 0,-2-10 0 0 0,0 1 0 0 0,-1 30 0 0 0,-5 120-8 0 0,9 20 8 0 0,-6-182 5 0 0,0-1 1 0 0,-1 1-1 0 0,-1 8 1 0 0,-1 13 25 0 0,1-26-24 0 0,-2-11 320 0 0,-59-200 425 0 0,63 209-752 0 0,-7-22 22 0 0,-2 0-1 0 0,0 0 1 0 0,-15-26 0 0 0,20 42-19 0 0,-1 0 0 0 0,1 0 0 0 0,-1 0 0 0 0,0 1 0 0 0,0-1 0 0 0,-1 1 0 0 0,1 0 0 0 0,-1 1 0 0 0,0 0 1 0 0,-1 0-1 0 0,1 0 0 0 0,-1 0 0 0 0,0 1 0 0 0,-10-4 0 0 0,5 3-8 0 0,-1 1 1 0 0,1 0-1 0 0,0 1 1 0 0,-1 0-1 0 0,0 0 0 0 0,1 2 1 0 0,-1 0-1 0 0,0 0 1 0 0,1 1-1 0 0,-1 0 0 0 0,0 1 1 0 0,-16 5-1 0 0,-15 6-6 0 0,-75 13-1 0 0,-70-1-46 0 0,-28 5 63 0 0,152-16-5 0 0,-101 19 0 0 0,150-33 0 0 0,15 0 0 0 0,1 0 0 0 0,-1 0 0 0 0,1 0 0 0 0,-1 0 0 0 0,0 0 0 0 0,1 0 0 0 0,-1 0 0 0 0,1 0 0 0 0,-1-1 0 0 0,1 1 0 0 0,-1 0 0 0 0,1 0 0 0 0,-1 0 0 0 0,0-1 0 0 0,1 1 0 0 0,-1 0 0 0 0,1-1 0 0 0,0 1 0 0 0,-1 0 0 0 0,1-1 0 0 0,-1 0 0 0 0,22 4-13 0 0,-15-5-51 0 0,-5 1 58 0 0,1 0-1 0 0,0 1 1 0 0,0-1 0 0 0,0 0 0 0 0,0 1-1 0 0,0 0 1 0 0,-1-1 0 0 0,1 1 0 0 0,0 0 0 0 0,4 0-1 0 0,2 0-2 0 0,107-19-37 0 0,-71 10 23 0 0,-1 2-1 0 0,61-1 0 0 0,216 32-159 0 0,-308-23 182 0 0,41 4 46 0 0,0-1 1 0 0,75-6-1 0 0,-107 1-45 0 0,-47-11 267 0 0,14 6-231 0 0,-1 2-1 0 0,0 0 1 0 0,0 0 0 0 0,-22-2 0 0 0,-57-2 64 0 0,34 4-57 0 0,-87-16-31 0 0,7 1-21 0 0,103 16 93 0 0,-69 3 0 0 0,84 2-113 0 0,0 1-1 0 0,0 0 1 0 0,1 2 0 0 0,-1 0-1 0 0,1 2 1 0 0,0 0 0 0 0,1 1-1 0 0,-27 15 1 0 0,35-18 29 0 0,0 0 0 0 0,-1-1 0 0 0,-15 4 0 0 0,19-6 0 0 0,-11 2 0 0 0,-1-1 0 0 0,1 0 0 0 0,-1-1 0 0 0,-20-1 0 0 0,1 0 0 0 0,6-1-2 0 0,20 0 21 0 0,1 0-1 0 0,-15 2 0 0 0,-9 3-44 0 0,-63 0-1 0 0,18-7 27 0 0,136-9-200 0 0,-17 5 174 0 0,-29 4 15 0 0,0 0-1 0 0,1 1 1 0 0,15-1-1 0 0,67 2 12 0 0,-32-1 0 0 0,-58 1 0 0 0,16 0 0 0 0,-1-1 0 0 0,1 0 0 0 0,18-4 0 0 0,-21-3 0 0 0,-15 7 0 0 0,1 0 0 0 0,-1 0 0 0 0,0 1 0 0 0,0-1 0 0 0,0 0 0 0 0,0 1 0 0 0,1-1 0 0 0,-1 1 0 0 0,0-1 0 0 0,0 1 0 0 0,1 0 0 0 0,-1-1 0 0 0,0 1 0 0 0,1 0 0 0 0,-1 0 0 0 0,0 0 0 0 0,1 0 0 0 0,-1 0 0 0 0,2 1 0 0 0,3 0-1 0 0,-5 0 2 0 0,1-1-1 0 0,-1 1 1 0 0,0-1 0 0 0,1 0-1 0 0,-1 1 1 0 0,1-1-1 0 0,-1 0 1 0 0,0 0 0 0 0,1 0-1 0 0,-1 0 1 0 0,1 0-1 0 0,-1 0 1 0 0,1 0 0 0 0,-1-1-1 0 0,0 1 1 0 0,1 0 0 0 0,-1-1-1 0 0,2 0 1 0 0,-18-11 126 0 0,8 8-89 0 0,13 10-22 0 0,40-1-4471 0 0,22 15-285 0 0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13T18:37:18.660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16535 135 10591 0 0,'0'-6'-400'0'0,"-16"-96"12825"0"0,20 101-12306 0 0,1 1-80 0 0,-4 0-21 0 0,1-1 1 0 0,0 1-1 0 0,-1 0 1 0 0,1 0-1 0 0,0 0 0 0 0,-1 1 1 0 0,1-1-1 0 0,0 0 1 0 0,-1 0-1 0 0,3 1 0 0 0,33 1 885 0 0,-27 0-758 0 0,10 2 114 0 0,-19-4-238 0 0,0 0 0 0 0,0 0 1 0 0,-1 0-1 0 0,1 0 0 0 0,0 0 0 0 0,0 0 0 0 0,0 0 1 0 0,0 0-1 0 0,0 0 0 0 0,6-4 866 0 0,-6 5-851 0 0,-1 0 1 0 0,1 0-1 0 0,-1 0 1 0 0,0 0-1 0 0,1 0 0 0 0,-1 0 1 0 0,0 0-1 0 0,1 0 1 0 0,-1 0-1 0 0,0 0 1 0 0,0 0-1 0 0,0 0 1 0 0,0 0-1 0 0,0 0 1 0 0,0 0-1 0 0,0 0 0 0 0,0 0 1 0 0,2 10 1249 0 0,2-11-1277 0 0,-2 0-9 0 0,1 0 0 0 0,0 0 0 0 0,0 0 1 0 0,-1 0-1 0 0,1-1 0 0 0,0 1 0 0 0,-1-1 0 0 0,1 0 1 0 0,-1 0-1 0 0,4-1 0 0 0,-5 1-2 0 0,0 1 0 0 0,1 0 0 0 0,-1 0 0 0 0,0-1-1 0 0,1 1 1 0 0,-1 0 0 0 0,0 0 0 0 0,1 0 0 0 0,-1 1 0 0 0,0-1 0 0 0,0 0-1 0 0,1 0 1 0 0,-1 1 0 0 0,0-1 0 0 0,1 0 0 0 0,0 2 0 0 0,0-2-1 0 0,0 1 0 0 0,0 0 0 0 0,0-1 0 0 0,0 0 0 0 0,0 1 0 0 0,0-1 0 0 0,0 0 0 0 0,0 0 0 0 0,0 0 0 0 0,0 0 0 0 0,3-1 0 0 0,-5 1 11 0 0,1 0 0 0 0,0 0 0 0 0,0-1-1 0 0,0 1 1 0 0,0-1 0 0 0,0 1 0 0 0,-1-1 0 0 0,1 1 0 0 0,0-1-1 0 0,0 1 1 0 0,-1-1 0 0 0,1 0 0 0 0,0 1 0 0 0,-1-1 0 0 0,1 0-1 0 0,-1 1 1 0 0,1-1 0 0 0,-1 0 0 0 0,1 0 0 0 0,-1 0 0 0 0,0 0-1 0 0,1 1 1 0 0,-1-2 0 0 0,-1 0 74 0 0,0 0 0 0 0,0 1 0 0 0,0-1-1 0 0,-1 1 1 0 0,1-1 0 0 0,0 1 0 0 0,-1 0 0 0 0,1-1 0 0 0,-1 1 0 0 0,-3-2-1 0 0,-9-8 75 0 0,13 9-147 0 0,-1 1 0 0 0,0 0 0 0 0,1 0-1 0 0,-1 0 1 0 0,0 0 0 0 0,0 0 0 0 0,0 0 0 0 0,0 0 0 0 0,0 0-1 0 0,0 1 1 0 0,0-1 0 0 0,0 1 0 0 0,0-1 0 0 0,0 1 0 0 0,0 0-1 0 0,-1 0 1 0 0,1 0 0 0 0,0 0 0 0 0,-3 1 0 0 0,-5 1 24 0 0,0 0 0 0 0,1 0 1 0 0,-11 5-1 0 0,-10 3-11 0 0,24-9 133 0 0,0-1 0 0 0,-1 0 1 0 0,-10 0-1 0 0,2-1-51 0 0,-12 1-187 0 0,1-1 0 0 0,-30-5 0 0 0,35 4 115 0 0,0 0 0 0 0,-1 2 0 0 0,1 1 0 0 0,0 1 0 0 0,-22 4 0 0 0,1-1-36 0 0,11-1 13 0 0,-19 1 52 0 0,0 2 0 0 0,-58 16 0 0 0,55-4-46 0 0,38-13-2 0 0,0 0-1 0 0,0-1 0 0 0,-1-1 0 0 0,-24 4 0 0 0,-21-2 195 0 0,-90 5 41 0 0,102-13-204 0 0,35 1-26 0 0,0 0 0 0 0,0 1 0 0 0,0 0 0 0 0,0 1 0 0 0,0 1 1 0 0,0 0-1 0 0,-17 6 0 0 0,16-3-18 0 0,-25 9-8 0 0,-80 19 0 0 0,84-25 29 0 0,19-4 0 0 0,-27 3 1 0 0,-9-1-22 0 0,21-2 0 0 0,-66-1 0 0 0,-128 2 136 0 0,201-5-109 0 0,0-1 1 0 0,1-1-1 0 0,-1-1 1 0 0,0-1-1 0 0,1-1 1 0 0,-35-12-1 0 0,43 13-19 0 0,-1 1 0 0 0,1 2 0 0 0,-1-1 0 0 0,1 2 1 0 0,-1 0-1 0 0,-20 3 0 0 0,2-1-1 0 0,-48 3 4 0 0,-141 0 42 0 0,177-5-8 0 0,-81 11 0 0 0,85-5-11 0 0,-1-2 0 0 0,-59-3 0 0 0,-160 1-6 0 0,95 4 12 0 0,112-6-18 0 0,-195 2 40 0 0,65 7-62 0 0,2-6 0 0 0,56-2 0 0 0,78-3 0 0 0,-178-2 0 0 0,19 6 0 0 0,124-8 20 0 0,-55-1 24 0 0,32 9-44 0 0,-146 20 0 0 0,176-13 0 0 0,-111-3 0 0 0,120 3-53 0 0,147-15-438 0 0,-68 4 518 0 0,0 0-1 0 0,0-1 1 0 0,0 0 0 0 0,14-7 0 0 0,12-3 99 0 0,-21 9-141 0 0,0 1 0 0 0,0 0-1 0 0,1 1 1 0 0,26 0 0 0 0,64 8-201 0 0,-72-4 192 0 0,66-1 24 0 0,-13-2 0 0 0,86 6 0 0 0,-164-5 0 0 0,-7-1 0 0 0,0 1 0 0 0,0 0 0 0 0,0 0 0 0 0,0 0 0 0 0,0 1 0 0 0,0-1 0 0 0,0 0 0 0 0,0 1 0 0 0,0-1 0 0 0,3 2 0 0 0,-23-7 151 0 0,15 5-119 0 0,0 0-1 0 0,0-1 1 0 0,-1 0 0 0 0,1 0 0 0 0,-5-2-1 0 0,1 1-19 0 0,0-1-1 0 0,0 1 1 0 0,0 1 0 0 0,0 0-1 0 0,0 0 1 0 0,-12-1-1 0 0,-47 5 96 0 0,32-1-84 0 0,-14 2-5 0 0,1 2-1 0 0,-64 17 1 0 0,37-7-7 0 0,-206 27-263 0 0,-119 21 667 0 0,358-58-310 0 0,-71 2-1 0 0,79-6-79 0 0,-12 0-14 0 0,-84 6-11 0 0,0 4 68 0 0,-29 3 24 0 0,124-10-60 0 0,1-2 0 0 0,-1-1 0 0 0,-49-4 0 0 0,2-8-32 0 0,-70-4 0 0 0,146 13 0 0 0,-122 1 33 0 0,104 1-25 0 0,1 2-1 0 0,1 0 1 0 0,-40 12 0 0 0,34-7 1 0 0,0 0 0 0 0,-1-2 0 0 0,0-1 1 0 0,0-2-1 0 0,-1 0 0 0 0,-46-2 0 0 0,53-3-9 0 0,-1 0 0 0 0,1 2 0 0 0,-44 3 0 0 0,33 1 0 0 0,17-2 0 0 0,-1 0 0 0 0,1 1 0 0 0,-21 7 0 0 0,0 4 0 0 0,10-3 0 0 0,-51 12 0 0 0,49-17 7 0 0,8-1 8 0 0,0-1-1 0 0,0-1 0 0 0,-23 0 0 0 0,-338-13 50 0 0,352 12-49 0 0,1 1 0 0 0,0 1 0 0 0,1 1 0 0 0,-46 15 0 0 0,58-16-23 0 0,1-1 1 0 0,-1 0-1 0 0,1-1 1 0 0,-18 0-1 0 0,-65-4 13 0 0,25-1-7 0 0,9 4 2 0 0,1 2 0 0 0,-68 12 0 0 0,34-4 70 0 0,-3 0-76 0 0,41-4 6 0 0,-82 1 0 0 0,77-6 0 0 0,-97 0 0 0 0,122-2 0 0 0,-17-1 9 0 0,4 0 18 0 0,-75 8 1 0 0,43 7-28 0 0,-36 3 0 0 0,34-11 0 0 0,-35 4 0 0 0,-28 0 0 0 0,133-9 0 0 0,1 1 0 0 0,0 0 0 0 0,-18 5 0 0 0,-10 2 0 0 0,-36 9 0 0 0,-1 0 0 0 0,52-13 0 0 0,-44 12 0 0 0,58-12 0 0 0,1 0 0 0 0,-1 1 0 0 0,1 1 0 0 0,0 0 0 0 0,-12 8 0 0 0,-112 80 0 0 0,89-68 0 0 0,32-18 0 0 0,0 0 0 0 0,-1-2 0 0 0,0 0 0 0 0,-23 6 0 0 0,-2 1 0 0 0,10-4 0 0 0,1-1 0 0 0,-52 6 0 0 0,71-12 0 0 0,1 0 0 0 0,-1 1 0 0 0,1 0 0 0 0,-12 7 0 0 0,-1 0 0 0 0,6-3 0 0 0,0 1 0 0 0,1 0 0 0 0,-30 24 0 0 0,-43 43 0 0 0,90-76 0 0 0,-66 69 0 0 0,40-45 0 0 0,19-16 0 0 0,-1 0 0 0 0,-1-1 0 0 0,1 0 0 0 0,-19 11 0 0 0,-23 11 0 0 0,-45 22 0 0 0,81-45 0 0 0,1-1 0 0 0,-1 0 0 0 0,0 0 0 0 0,-1-2 0 0 0,-16 3 0 0 0,5 0 0 0 0,0 0 0 0 0,1 2 0 0 0,-1 0 0 0 0,-35 19 0 0 0,48-21 0 0 0,2 1 0 0 0,-1 0 0 0 0,-15 13 0 0 0,-3 2 0 0 0,-48 23 0 0 0,54-28-37 0 0,5-2 10 0 0,10-11 27 0 0,0 0 0 0 0,0 0 0 0 0,0-1 0 0 0,0 0 0 0 0,-1-1 0 0 0,1 0 0 0 0,-18 1 0 0 0,-6 2 0 0 0,-36 6 0 0 0,-134 37 0 0 0,188-45 9 0 0,0 1 0 0 0,0 0 0 0 0,1 1 1 0 0,-1 1-1 0 0,1 0 0 0 0,-26 16 0 0 0,-5 3-9 0 0,-14 19-64 0 0,29-24 64 0 0,-1-1 0 0 0,-39 17 0 0 0,60-31 0 0 0,-151 78 0 0 0,119-65 0 0 0,18-8 0 0 0,1 1 0 0 0,-28 17 0 0 0,-70 59 64 0 0,98-66-64 0 0,20-17 0 0 0,-1 0 0 0 0,1 0 0 0 0,-1-1 0 0 0,-1 1 0 0 0,-6 4 0 0 0,8-6-4 0 0,1 0 1 0 0,-1 0-1 0 0,0 0 0 0 0,1 1 0 0 0,0-1 1 0 0,0 1-1 0 0,-1 0 0 0 0,2-1 0 0 0,-3 5 1 0 0,1-3-3 0 0,1 0 1 0 0,-1 0 0 0 0,0-1-1 0 0,-6 6 1 0 0,1-2-7 0 0,2-1 2 0 0,-1 0-1 0 0,0-1 1 0 0,1 0-1 0 0,-11 4 1 0 0,-11 8 10 0 0,19-11 0 0 0,0-1 0 0 0,-12 5 0 0 0,12-6-1 0 0,0 1 1 0 0,0 1-1 0 0,-12 8 0 0 0,-1 1 57 0 0,4-3-53 0 0,-53 30-59 0 0,60-35 56 0 0,1 0 0 0 0,0 1 0 0 0,0 0 0 0 0,0 1 0 0 0,-9 11 0 0 0,7-8 0 0 0,-27 28 0 0 0,34-34 0 0 0,0 0 0 0 0,0 0 0 0 0,0 0 0 0 0,-7 14 0 0 0,-3 3 0 0 0,-18 31-64 0 0,12-15 62 0 0,11-20 15 0 0,1-7 1 0 0,1 1 0 0 0,-2-1 0 0 0,1-1 1 0 0,-15 14-1 0 0,10-12-23 0 0,-20 27 0 0 0,30-34 4 0 0,0-1-1 0 0,0 0 1 0 0,-1 0 0 0 0,0 0-1 0 0,0-1 1 0 0,0 0 0 0 0,0 1-1 0 0,-1-2 1 0 0,0 1 0 0 0,0-1-1 0 0,-8 4 1 0 0,-40 15 5 0 0,-76 16 0 0 0,114-34 0 0 0,1 1 0 0 0,-27 13 0 0 0,38-15-7 0 0,1-1 0 0 0,-1 1 0 0 0,1 0 0 0 0,-1 0 0 0 0,1 0 1 0 0,-5 7-1 0 0,-5 4-9 0 0,-2 5 16 0 0,12-15 0 0 0,0 0 0 0 0,0 0 0 0 0,0 0 0 0 0,-1-1 0 0 0,-5 5 0 0 0,-37 31 0 0 0,40-33 0 0 0,0 0 0 0 0,0 0 0 0 0,-7 11 0 0 0,-8 9 0 0 0,12-18 0 0 0,1 1 0 0 0,0 0 0 0 0,0 1 0 0 0,1 0 0 0 0,-8 16 0 0 0,9-15 0 0 0,-1 1 0 0 0,-13 19 0 0 0,16-26-8 0 0,1 1 0 0 0,-1-1-1 0 0,2 1 1 0 0,-4 7 0 0 0,-6 11-15 0 0,-15 25 23 0 0,21-35 0 0 0,5-12 0 0 0,0 0 0 0 0,1 0 0 0 0,-1 0 0 0 0,0 0 0 0 0,0-1 0 0 0,0 1 0 0 0,0 0 0 0 0,-1 0 0 0 0,1-1 0 0 0,-2 3 0 0 0,1-2 0 0 0,0 0 0 0 0,1 0 0 0 0,-1 0 0 0 0,1 1 0 0 0,-1-1 0 0 0,0 4 0 0 0,-7 9 0 0 0,-1-3-9 0 0,7-7 3 0 0,0-1-1 0 0,0 1 0 0 0,-1-1 0 0 0,0 0 0 0 0,0 0 0 0 0,0-1 0 0 0,-7 5 0 0 0,-3 4 7 0 0,13-11 0 0 0,0 0 0 0 0,0 1 0 0 0,-1-1 0 0 0,1 0 0 0 0,0 0 0 0 0,-1 0 0 0 0,1 0 0 0 0,-1 0 0 0 0,1 0 0 0 0,-1 0 0 0 0,1-1 0 0 0,-1 1 0 0 0,0-1 0 0 0,1 1 0 0 0,-1-1 0 0 0,-2 1 0 0 0,1-1 0 0 0,1 1 0 0 0,-1 0 0 0 0,0-1 0 0 0,0 1 0 0 0,1 0 0 0 0,-1 1 0 0 0,-3 1 0 0 0,-15 6 0 0 0,18-8 0 0 0,1 0 0 0 0,-1 0 0 0 0,0 0 0 0 0,1 0 0 0 0,-1 1 0 0 0,1-1 0 0 0,0 1 0 0 0,-4 2 0 0 0,-5 2 0 0 0,10-6 0 0 0,0 0 0 0 0,0 1 0 0 0,0-1 0 0 0,0 1 0 0 0,0-1 0 0 0,0 1 0 0 0,0-1 0 0 0,0 1 0 0 0,0-1 0 0 0,1 1 0 0 0,-3 1 0 0 0,0 1-10 0 0,0 0 0 0 0,-1 0 0 0 0,1 0 0 0 0,-1-1 0 0 0,-7 5 0 0 0,6-4 6 0 0,-17 10 4 0 0,-36 16 0 0 0,46-24 0 0 0,0 1 0 0 0,-12 9 0 0 0,14-9 0 0 0,0 0 0 0 0,0 0 0 0 0,-18 6 0 0 0,20-10-5 0 0,0 2-1 0 0,1-1 1 0 0,-1 1 0 0 0,0 0-1 0 0,-8 6 1 0 0,13-7 3 0 0,0-1 0 0 0,0 0 0 0 0,1 1-1 0 0,-1-1 1 0 0,1 1 0 0 0,-1 0 0 0 0,1 0 0 0 0,0 0 0 0 0,0 0 0 0 0,0 1 0 0 0,1-1-1 0 0,-1 0 1 0 0,1 1 0 0 0,-2 6 0 0 0,-5 8 2 0 0,6-16 0 0 0,1 0 0 0 0,0 0 0 0 0,0 0 0 0 0,0 0 0 0 0,1 0 0 0 0,-1 0 0 0 0,0 0 0 0 0,0 4 0 0 0,-10 32 0 0 0,7-24-18 0 0,3-12 11 0 0,0 1 1 0 0,0 0-1 0 0,1 0 1 0 0,-1 0-1 0 0,1 0 1 0 0,-1 3-1 0 0,1-4 7 0 0,-1 0 0 0 0,1 0 0 0 0,-1-1 0 0 0,1 1 0 0 0,-1 0 0 0 0,0 0 0 0 0,1-1 0 0 0,-1 1 0 0 0,-2 3 0 0 0,2-4 0 0 0,0 0 0 0 0,0 1 0 0 0,0-1 0 0 0,1 1 0 0 0,-1-1 0 0 0,0 1 0 0 0,1 0 0 0 0,-1-1 0 0 0,1 3 0 0 0,-1-3 0 0 0,1 0 0 0 0,-1 1 0 0 0,1-1 0 0 0,-1 0 0 0 0,1 0 0 0 0,-1 0 0 0 0,1 0 0 0 0,-1 0 0 0 0,0 0 0 0 0,1 0 0 0 0,-1 0 0 0 0,-2 1 0 0 0,-7 12 0 0 0,-9 23 0 0 0,17-31 0 0 0,2-5 0 0 0,-1 1 0 0 0,1-1 0 0 0,-1 1 0 0 0,1-1 0 0 0,-1 0 0 0 0,0 1 0 0 0,1-1 0 0 0,-1 0 0 0 0,0 1 0 0 0,0-1 0 0 0,0 0 0 0 0,-2 1 0 0 0,-11 21 0 0 0,3-11 0 0 0,5-6 0 0 0,0 1 0 0 0,0-1 0 0 0,-7 14 0 0 0,-6 14 0 0 0,11-23-21 0 0,-1 0-1 0 0,-16 16 1 0 0,21-23 21 0 0,1-1 0 0 0,-1 1 0 0 0,0-1 0 0 0,-1 0 0 0 0,1 0 0 0 0,-5 2 0 0 0,6-4 0 0 0,2-1 0 0 0,0 0 0 0 0,1 0 0 0 0,-1 0 0 0 0,0 0 0 0 0,1 1 0 0 0,-1-1 0 0 0,0 0 0 0 0,1 0 0 0 0,-1 1 0 0 0,1-1 0 0 0,-1 0 0 0 0,1 1 0 0 0,-1-1 0 0 0,1 1 0 0 0,-1-1 0 0 0,1 1 0 0 0,-1-1 0 0 0,1 1 0 0 0,-1 0 0 0 0,-5 5 0 0 0,1-1 0 0 0,0 0 0 0 0,0 0 0 0 0,0-1 0 0 0,-1 0 0 0 0,1 0 0 0 0,-1 0 0 0 0,-11 5 0 0 0,15-9 0 0 0,-1 1 0 0 0,1 1 0 0 0,0-1 0 0 0,0 0 0 0 0,0 0 0 0 0,0 1 0 0 0,-3 2 0 0 0,-9 6 0 0 0,11-9 0 0 0,-11 6 0 0 0,1 0 0 0 0,-18 13 0 0 0,13-6 0 0 0,0-1 0 0 0,-32 17 0 0 0,42-26 0 0 0,-15 6 0 0 0,20-10 0 0 0,-1 2 0 0 0,1-1 0 0 0,0 0 0 0 0,-1 1 0 0 0,1 0 0 0 0,0-1 0 0 0,0 1 0 0 0,0 0 0 0 0,0 1 0 0 0,0-1 0 0 0,0 1 0 0 0,1-1 0 0 0,-1 1 0 0 0,1 0 0 0 0,0 0 0 0 0,0 0 0 0 0,0 0 0 0 0,0 0 0 0 0,0 0 0 0 0,-2 7 0 0 0,4-8-6 0 0,-1 1 0 0 0,0 0 1 0 0,1-1-1 0 0,-1 1 0 0 0,-1-1 0 0 0,1 1 0 0 0,0-1 0 0 0,0 0 1 0 0,-1 0-1 0 0,-2 4 0 0 0,1-3 6 0 0,1 1 0 0 0,-1-1 0 0 0,1 1 0 0 0,0 0 0 0 0,0-1 0 0 0,1 1 0 0 0,-2 6 0 0 0,-10 17 0 0 0,12-24 0 0 0,-1 0 0 0 0,1 1 0 0 0,-1-1 0 0 0,1 0 0 0 0,-1 5 0 0 0,-4 12 0 0 0,-1-8 11 0 0,7-10 21 0 0,1-6-192 0 0,4-22 149 0 0,0 0 11 0 0,-4 10-3 0 0,0-3 70 0 0,0 6-64 0 0,-2 12-7 0 0,1 0 1 0 0,0 0 0 0 0,0 0 0 0 0,0 0-1 0 0,0 0 1 0 0,0 0 0 0 0,0 0-1 0 0,1 0 1 0 0,-1 0 0 0 0,0 0-1 0 0,0 0 1 0 0,1 0 0 0 0,-1 0 0 0 0,1 0-1 0 0,-1 0 1 0 0,1-1 0 0 0,1 0 1 0 0,-1-1 1 0 0,1-1-1 0 0,-1 1 0 0 0,0 0 1 0 0,0 0-1 0 0,1-6 1 0 0,3-8 1 0 0,-3 11-6 0 0,1-1 0 0 0,0 1 1 0 0,1 1-1 0 0,-1-1 0 0 0,1 0 0 0 0,0 1 0 0 0,1 0 0 0 0,-1 0 1 0 0,1 0-1 0 0,10-8 0 0 0,1 5 6 0 0,-14 7 0 0 0,1-1 0 0 0,0 1 0 0 0,-1 0 0 0 0,1-1 0 0 0,-1 0 0 0 0,5-3 0 0 0,24-24 0 0 0,2-5 0 0 0,-31 32 0 0 0,0 0 0 0 0,0 0 0 0 0,1 0 0 0 0,-1 0 0 0 0,1 0 0 0 0,0 0 0 0 0,-1 1 0 0 0,1-1 0 0 0,0 1 0 0 0,5-2 0 0 0,-13 4 7 0 0,0 0 0 0 0,0 0 0 0 0,1 1 0 0 0,-1-1 0 0 0,0 1 0 0 0,1 0 0 0 0,-1 0 0 0 0,1 0 0 0 0,-6 5 0 0 0,-1 0-9 0 0,0 1 0 0 0,-16 15 0 0 0,19-13 2 0 0,1-1 0 0 0,0 1 0 0 0,0 0 0 0 0,1 0 0 0 0,1 1 0 0 0,-8 18 0 0 0,-3 5 0 0 0,4-8 21 0 0,2 0 1 0 0,-11 38-1 0 0,-11 29-21 0 0,30-89 0 0 0,-1 0 0 0 0,1 0 0 0 0,-1 0 0 0 0,1 0 0 0 0,-1-1 0 0 0,-5 6 0 0 0,-8 10 0 0 0,-3 6 0 0 0,-12 21 0 0 0,18-18 0 0 0,11-18 0 0 0,-4 6 0 0 0,-2 4 0 0 0,7-16 0 0 0,-11 11 0 0 0,6-10 0 0 0,0-1 0 0 0,0 0 0 0 0,0 0 0 0 0,-9 3 0 0 0,8-3 0 0 0,-4 0 0 0 0,0 0 0 0 0,-12 4 0 0 0,0-2 0 0 0,19-4 0 0 0,-1-1 0 0 0,0 0 0 0 0,0-1 0 0 0,-9 1 0 0 0,3-1-11 0 0,14-3-95 0 0,0-1 99 0 0,0 1 6 0 0,0 0 1 0 0,-1 0-1 0 0,1 1 1 0 0,1-1-1 0 0,-1 0 1 0 0,0 1-1 0 0,7-4 1 0 0,1 2 0 0 0,20-12 0 0 0,-11 5 0 0 0,-7 6 0 0 0,-11 5 0 0 0,0-1 0 0 0,-1 0 0 0 0,1 1 0 0 0,-1-1 0 0 0,1 0 0 0 0,-1 0 0 0 0,1 0 0 0 0,-1 0 0 0 0,1 0 0 0 0,1-2 0 0 0,10-13 0 0 0,-10 10 0 0 0,1-3 0 0 0,-4 9 0 0 0,0-1 0 0 0,0 1 0 0 0,0 0 0 0 0,0 0 0 0 0,0-1 0 0 0,0 1 0 0 0,0 0 0 0 0,0 0 0 0 0,0 0 0 0 0,0-1 0 0 0,0 1 0 0 0,0 0 0 0 0,0 0 0 0 0,0 0 0 0 0,1 0 0 0 0,-1-1 0 0 0,0 1 0 0 0,0 0 0 0 0,0 0 0 0 0,0 0 0 0 0,0 0 0 0 0,1-1 0 0 0,-1 1 0 0 0,0 0 0 0 0,0 0 0 0 0,0 0 0 0 0,0 0 0 0 0,1 0 0 0 0,-1 0 0 0 0,0 0 0 0 0,0 0 0 0 0,1-1 0 0 0,5-8-99 0 0,6-5 118 0 0,16-22-19 0 0,-26 34 5 0 0,-1-1 1 0 0,1 0-1 0 0,-1 1 0 0 0,0-1 1 0 0,0 0-1 0 0,0 0 0 0 0,0 0 1 0 0,-1 1-1 0 0,1-1 0 0 0,-1 0 1 0 0,1-5-1 0 0,-3 8 47 0 0,1 0-51 0 0,-1 0 0 0 0,1 0-1 0 0,0 0 1 0 0,0 0 0 0 0,0 0-1 0 0,-1 1 1 0 0,1-1 0 0 0,0 0 0 0 0,0 1-1 0 0,0-1 1 0 0,0 0 0 0 0,0 1-1 0 0,0-1 1 0 0,0 1 0 0 0,0 0-1 0 0,-2 1 1 0 0,-1 0 0 0 0,4-2-13 0 0,-1 0 1 0 0,1 0 0 0 0,-1 0-1 0 0,1 1 1 0 0,-1-1 0 0 0,1 0-1 0 0,0 0 1 0 0,-1 0-1 0 0,1 1 1 0 0,0-1 0 0 0,-1 0-1 0 0,1 0 1 0 0,-1 1 0 0 0,1-1-1 0 0,0 0 1 0 0,0 1 0 0 0,-1-1-1 0 0,1 0 1 0 0,0 1 0 0 0,0-1-1 0 0,-1 0 1 0 0,1 1 0 0 0,0-1-1 0 0,0 1 1 0 0,0-1-1 0 0,-1 0 1 0 0,1 1 0 0 0,0 1 264 0 0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13T18:37:28.450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356 439 3223 0 0,'-33'9'4568'0'0,"-4"-16"-61"0"0,27 2-3982 0 0,9 3-508 0 0,-1 1 0 0 0,0-1 0 0 0,1 0 0 0 0,-1 1 0 0 0,1-1-1 0 0,0 0 1 0 0,0 0 0 0 0,-1 0 0 0 0,1 0 0 0 0,-1-4 0 0 0,1 4 6 0 0,1-1 1 0 0,-1 1 0 0 0,-1 0 0 0 0,1 0-1 0 0,0 0 1 0 0,0 0 0 0 0,-1 0 0 0 0,1 0-1 0 0,-1 0 1 0 0,-1-1 0 0 0,-1 1 356 0 0,0-1 0 0 0,0 1-1 0 0,0 0 1 0 0,-1 0 0 0 0,1 1 0 0 0,0 0-1 0 0,-1-1 1 0 0,1 1 0 0 0,-1 1 0 0 0,1-1 0 0 0,-1 1-1 0 0,-9-1 194 0 0,13 1-555 0 0,1-1 1 0 0,0 1 0 0 0,0 0-1 0 0,0 0 1 0 0,0 0 0 0 0,-1-1 75 0 0,1 1-57 0 0,0 0-18 0 0,0-1-1 0 0,0 1 1 0 0,-1 0 0 0 0,1 0 0 0 0,0 0-1 0 0,0 0 1 0 0,0 0 0 0 0,-1 0 0 0 0,1 0-1 0 0,0 0 1 0 0,0 0 0 0 0,0 0-1 0 0,-1 0 1 0 0,1 0 0 0 0,0 0 0 0 0,0 0-1 0 0,0 0 1 0 0,-1 0 0 0 0,1 0 0 0 0,0 0-1 0 0,0 0 1 0 0,0 0 0 0 0,0 0-1 0 0,-1 0 1 0 0,-15 0 30 0 0,-29-1 859 0 0,41 1-760 0 0,0 0 0 0 0,1-1 0 0 0,-1 1 0 0 0,0-1 0 0 0,0 0 0 0 0,0 0 0 0 0,1-1 0 0 0,-6-2 1 0 0,5 1-118 0 0,0 0 1 0 0,0-1 0 0 0,0 0 0 0 0,1 1 0 0 0,0-1-1 0 0,-4-6 1 0 0,6 6-43 0 0,0 1 0 0 0,1 0 1 0 0,-1 0-1 0 0,1 0 0 0 0,0 0 0 0 0,0 0 0 0 0,0 0 0 0 0,0 0 0 0 0,1 0 1 0 0,-1-1-1 0 0,1 1 0 0 0,0 0 0 0 0,1-5 0 0 0,-6 9 248 0 0,1-1-164 0 0,1 1-1 0 0,0-1 0 0 0,-1 1 0 0 0,1-1 0 0 0,0 0 0 0 0,-1 0 0 0 0,1 0 1 0 0,-1-1-1 0 0,-2 1 0 0 0,-1-3 237 0 0,5 0-188 0 0,12-3-148 0 0,7-5 1313 0 0,-22 11-1214 0 0,-1 0-44 0 0,4 1-15 0 0,-1-1 0 0 0,1 0 1 0 0,0 0-1 0 0,-1 0 0 0 0,1-1 0 0 0,-1 1 1 0 0,1 0-1 0 0,-1 0 0 0 0,1-1 0 0 0,0 1 1 0 0,-1-1-1 0 0,-1 0 0 0 0,-3-5 344 0 0,6 1-421 0 0,2-20-5 0 0,4 5 69 0 0,-5 19-11 0 0,2-3-31 0 0,11-13 6 0 0,-13 16 9 0 0,-1 3 4 0 0,-1 0 226 0 0,-2 2-150 0 0,-8 9-42 0 0,11-12-10 0 0,0-1 0 0 0,0 0-1 0 0,0 0 1 0 0,0 0 0 0 0,0 0-1 0 0,0 0 1 0 0,0 0 0 0 0,0 0-1 0 0,-1 0 1 0 0,1 0 0 0 0,0 0-1 0 0,0 0 1 0 0,0 0 0 0 0,0 0 0 0 0,0 0-1 0 0,0 0 1 0 0,0 0 0 0 0,0 0-1 0 0,0 0 1 0 0,0 0 0 0 0,0 0-1 0 0,0 0 1 0 0,0 0 0 0 0,-1 0 0 0 0,1 0-1 0 0,0 0 1 0 0,0 0 0 0 0,0 0-1 0 0,0 0 1 0 0,0 0 0 0 0,0 0-1 0 0,0 0 1 0 0,0 0 0 0 0,0 0-1 0 0,0 0 1 0 0,0 0 0 0 0,0 0 0 0 0,0 0-1 0 0,-1 0 1 0 0,1 0 0 0 0,0 0-1 0 0,0 0 1 0 0,0 0 0 0 0,0 0-1 0 0,0 0 1 0 0,0 0 0 0 0,0 0-1 0 0,0 0 1 0 0,0 0 0 0 0,0 0 0 0 0,0-1-1 0 0,0 1 1 0 0,0 0 0 0 0,-2-7 81 0 0,0-11 38 0 0,3 18-110 0 0,-1-1-1 0 0,0 1 1 0 0,1 0 0 0 0,-1-1-1 0 0,0 1 1 0 0,1 0-1 0 0,-1-1 1 0 0,0 1 0 0 0,1 0-1 0 0,-1 0 1 0 0,1-1-1 0 0,-1 1 1 0 0,1 0 0 0 0,-1 0-1 0 0,1 0 1 0 0,-1 0-1 0 0,1-1 1 0 0,-1 1 0 0 0,1 0-1 0 0,-3-4 55 0 0,-5-12-11 0 0,4 12 186 0 0,16-16-223 0 0,-14 21-80 0 0,1-1 63 0 0,0 1 1 0 0,0-1-1 0 0,0 0 1 0 0,0 0-1 0 0,0 0 0 0 0,0 0 1 0 0,0 0-1 0 0,0 0 0 0 0,0 0 1 0 0,0 0-1 0 0,0 0 1 0 0,0 0-1 0 0,0 0 0 0 0,0 0 1 0 0,0 0-1 0 0,0 0 0 0 0,0 1 1 0 0,0-1-1 0 0,0 0 1 0 0,1 0-1 0 0,-1 0 0 0 0,0 0 1 0 0,0 0-1 0 0,0 0 0 0 0,0 0 1 0 0,0 0-1 0 0,0 0 1 0 0,0 0-1 0 0,0 0 0 0 0,0 0 1 0 0,0 0-1 0 0,0 0 0 0 0,0 0 1 0 0,0 0-1 0 0,0 0 1 0 0,0 0-1 0 0,0 0 0 0 0,0 0 1 0 0,0 0-1 0 0,1 0 0 0 0,-1 0 1 0 0,0 0-1 0 0,0 0 1 0 0,0 0-1 0 0,0 0 0 0 0,0 0 1 0 0,0 0-1 0 0,0 0 0 0 0,0 0 1 0 0,0 0-1 0 0,0 0 1 0 0,0 0-1 0 0,0 0 0 0 0,0 0 1 0 0,0 0-1 0 0,1 0 0 0 0,-1 0 1 0 0,0 0-1 0 0,0 0 1 0 0,0 0-1 0 0,0 0 0 0 0,0 0 1 0 0,0 0-1 0 0,5-5 365 0 0,-1 1-384 0 0,-3 3 15 0 0,0-1 1 0 0,0 1 0 0 0,1 0-1 0 0,-1 0 1 0 0,1 0-1 0 0,-1-1 1 0 0,1 1 0 0 0,-1 0-1 0 0,3 0 1 0 0,0-1 45 0 0,-3 2-40 0 0,0 0-1 0 0,0-1 1 0 0,-1 1 0 0 0,1 0 0 0 0,0-1 0 0 0,-1 1 0 0 0,1 0-1 0 0,0-1 1 0 0,-1 1 0 0 0,1-1 0 0 0,0 1 0 0 0,-1-1 0 0 0,1 0 0 0 0,1-1 117 0 0,-2 1-136 0 0,1 0 22 0 0,0 0 0 0 0,0 0-1 0 0,0 0 1 0 0,-1 0 0 0 0,1 0 0 0 0,0-1 0 0 0,-1 1-1 0 0,1 0 1 0 0,0-3 0 0 0,0-1-3 0 0,1 2 10 0 0,-1 0 0 0 0,1-1 0 0 0,-1 1 0 0 0,0-1 0 0 0,0 0 0 0 0,0 1 0 0 0,0-6 0 0 0,0 3-11 0 0,-1 5 0 0 0,-2-2 0 0 0,0 0 0 0 0,1 0 0 0 0,-1 0 0 0 0,1 0 0 0 0,-1 0 0 0 0,1 0 0 0 0,-1-4 0 0 0,0 4-25 0 0,4 8 15 0 0,16 15 22 0 0,-19-21-14 0 0,4 1 3 0 0,-3 0-47 0 0,3 2 143 0 0,8-4-671 0 0,38-18-1411 0 0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13T18:37:33.624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103 2037 8719 0 0,'-56'-14'7391'0'0,"34"-3"-6073"0"0,5 3-432 0 0,17 14-824 0 0,-1-1 1 0 0,0 1-1 0 0,1-1 0 0 0,-1 0 1 0 0,1 1-1 0 0,-1-1 0 0 0,1 0 0 0 0,-1 0 1 0 0,1 1-1 0 0,-1-1 0 0 0,1 0 1 0 0,-1 0-1 0 0,1 0 0 0 0,0 0 1 0 0,0 1-1 0 0,-1-1 0 0 0,1 0 1 0 0,0 0-1 0 0,0 0 0 0 0,0 0 1 0 0,0 0-1 0 0,0 0 0 0 0,0 0 1 0 0,0 1-1 0 0,0-1 0 0 0,1 0 1 0 0,-1 0-1 0 0,0 0 0 0 0,0 0 1 0 0,1 0-1 0 0,-1 1 0 0 0,1-1 1 0 0,-1 0-1 0 0,0 0 0 0 0,2-1 1 0 0,2-3 210 0 0,0-1 0 0 0,0 1 0 0 0,9-9 0 0 0,-7 8-198 0 0,20-22 257 0 0,-10 9-56 0 0,1 1-1 0 0,1 0 1 0 0,25-19-1 0 0,62-36 669 0 0,-54 28-160 0 0,-33 29-470 0 0,-5 5-94 0 0,1 0 0 0 0,18-10-1 0 0,98-43 121 0 0,-104 53-317 0 0,3-5 309 0 0,-20 11-142 0 0,0 0 0 0 0,12-4-1 0 0,23-4-181 0 0,-30 9-94 0 0,1-1-1 0 0,-1 0 0 0 0,24-12 1 0 0,-22 11 143 0 0,6-5-50 0 0,-3-3 42 0 0,1 2 0 0 0,1 0 1 0 0,32-14-1 0 0,1 9-49 0 0,-39 13 0 0 0,0-1 0 0 0,21-9 0 0 0,82-52 0 0 0,-96 53 18 0 0,-1 2 1 0 0,1 0-1 0 0,1 2 0 0 0,0 0 1 0 0,0 1-1 0 0,43-8 0 0 0,-30 8-44 0 0,66-25 0 0 0,29-24-27 0 0,-87 37 70 0 0,-18 10-17 0 0,1 0 0 0 0,0 2 0 0 0,45-8 0 0 0,86-4 0 0 0,-131 17 0 0 0,-6 0 12 0 0,0-1 1 0 0,0-1-1 0 0,31-11 0 0 0,59-31 91 0 0,-74 30-68 0 0,2 1-1 0 0,59-17 1 0 0,24 10-64 0 0,0 0-35 0 0,-95 16 43 0 0,0-1 0 0 0,38-17 0 0 0,37-16-23 0 0,-100 41 46 0 0,111-41 284 0 0,-72 32-127 0 0,56-5-1 0 0,-63 10-47 0 0,-1-1 0 0 0,0-1-1 0 0,38-13 1 0 0,44-28-111 0 0,-101 41-9 0 0,0 1 1 0 0,1 0-1 0 0,-1 1 1 0 0,20-2-1 0 0,60-5-71 0 0,-55 8 59 0 0,40-9 0 0 0,177-53 98 0 0,-172 38-110 0 0,41-12-11 0 0,125-8 91 0 0,2 17 74 0 0,-207 25-39 0 0,7-1-47 0 0,176-14 229 0 0,-27 24-264 0 0,48-3 0 0 0,129-9 147 0 0,-309 10-108 0 0,0-3 0 0 0,115-17 0 0 0,-110 10-39 0 0,0 4 0 0 0,79 5 0 0 0,-143 0 0 0 0,80 5 0 0 0,-52-3 0 0 0,61-1 0 0 0,-2-8 5 0 0,138 9 1 0 0,-108 11 106 0 0,29 2 21 0 0,-115-16-133 0 0,-1-1 0 0 0,47-8 0 0 0,-4 0 0 0 0,157 11 0 0 0,-142 2 0 0 0,-43-5-2 0 0,0-3 1 0 0,62-12-1 0 0,33-3-1 0 0,33 16 174 0 0,-122 3-103 0 0,0-2-100 0 0,69-13 0 0 0,-70 6-28 0 0,72 0 1 0 0,-80 9 59 0 0,135-2 0 0 0,-164 1 11 0 0,-1-1-1 0 0,0 0 1 0 0,0-2 0 0 0,0-1-1 0 0,21-8 1 0 0,-15 5 7 0 0,0 2 0 0 0,35-5 0 0 0,-22 4-8 0 0,102-14 15 0 0,53-10 14 0 0,-84 14-36 0 0,-75 13 47 0 0,194-10 30 0 0,-128 10-21 0 0,61-11-29 0 0,18 0 4 0 0,149-13 21 0 0,75 0 18 0 0,-94 31 23 0 0,-50 22-192 0 0,81 17 96 0 0,-127-22 0 0 0,-119-10 0 0 0,127 7 0 0 0,-82-17 10 0 0,242-2 36 0 0,102-19-46 0 0,-186 13 11 0 0,-122 3 13 0 0,156-3 5 0 0,-157 13 26 0 0,-122-3-46 0 0,25 0-9 0 0,-1-3 0 0 0,122-18 0 0 0,-187 18 21 0 0,0 0 1 0 0,0 1-1 0 0,0 0 0 0 0,1 1 0 0 0,25 6 1 0 0,-37-7-22 0 0,45 5 0 0 0,-31-4-66 0 0,3 1-20 0 0,22 5 14 0 0,-36-6-420 0 0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13T18:37:42.438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198 1192 7919 0 0,'-5'4'110'0'0,"1"-1"0"0"0,-1 1-1 0 0,1-1 1 0 0,-1 0 0 0 0,0 0 0 0 0,0-1-1 0 0,-10 4 1 0 0,-38 9 2004 0 0,51-15-1941 0 0,0 1 0 0 0,0-1 0 0 0,-1 1-1 0 0,1-1 1 0 0,0 0 0 0 0,-1 0-1 0 0,1 0 1 0 0,0 0 0 0 0,-1 0 0 0 0,1-1-1 0 0,0 1 1 0 0,-1-1 0 0 0,1 0 0 0 0,0 1-1 0 0,0-1 1 0 0,0 0 0 0 0,0 0 0 0 0,0 0-1 0 0,0 0 1 0 0,0-1 0 0 0,0 1 0 0 0,0-1-1 0 0,0 1 1 0 0,0-1 0 0 0,1 0 0 0 0,-2-1-1 0 0,-31-35 1816 0 0,30 35-1512 0 0,5 3-330 0 0,0 0 1 0 0,0 1-1 0 0,0-1 0 0 0,1 0 0 0 0,-1 0 0 0 0,0 0 1 0 0,0 0-1 0 0,1 0 0 0 0,-1 0 0 0 0,0 0 0 0 0,0 0 1 0 0,3-1-1 0 0,23-4 79 0 0,-16 3 87 0 0,13-4 10 0 0,-1-1 0 0 0,-1-1 1 0 0,23-10-1 0 0,-43 17-288 0 0,16-7 197 0 0,-1-1-1 0 0,0-1 0 0 0,-1 0 1 0 0,0-1-1 0 0,-1 0 0 0 0,0-2 1 0 0,20-21-1 0 0,-26 23-166 0 0,0-1 0 0 0,9-17 0 0 0,-11 16 36 0 0,1 1-1 0 0,13-16 1 0 0,40-38 221 0 0,-40 45-92 0 0,1-2-113 0 0,0 1 0 0 0,34-23-1 0 0,-48 39-115 0 0,1 1 0 0 0,0 0 0 0 0,1 1 0 0 0,-1 0 0 0 0,1 0 0 0 0,-1 1 0 0 0,1 1 0 0 0,0-1 0 0 0,10 0 0 0 0,11 1 0 0 0,51 1 0 0 0,6 0 0 0 0,-58-2 51 0 0,1-2-1 0 0,-1-1 1 0 0,0-1 0 0 0,47-19-1 0 0,-61 21 0 0 0,0 0-1 0 0,0 2 0 0 0,0 0 0 0 0,18-2 0 0 0,67 2 248 0 0,-40 2-73 0 0,15-3 31 0 0,0-4 0 0 0,77-18 0 0 0,-87 12-35 0 0,1 3 0 0 0,81-3-1 0 0,-67 13 51 0 0,-26 1-270 0 0,0-2-1 0 0,77-13 0 0 0,-57-1 77 0 0,88-15 168 0 0,-21 16-260 0 0,64-9-35 0 0,9-24 166 0 0,-126 26-115 0 0,156-19 0 0 0,-54 37 33 0 0,-127 6-13 0 0,85-10-1 0 0,4-15-16 0 0,38-4 2 0 0,-44 19 65 0 0,28-2 20 0 0,261-59-90 0 0,-392 66 0 0 0,1 1 0 0 0,51 5 0 0 0,-34-1-13 0 0,45 3-64 0 0,-51-1 67 0 0,0-2 0 0 0,103-11 0 0 0,-80-3 182 0 0,122 0 0 0 0,-22 20-84 0 0,-58-1-40 0 0,-93-8-37 0 0,-1-1 0 0 0,0-1 0 0 0,0-1 0 0 0,35-11 0 0 0,53-7 62 0 0,-42 16-73 0 0,-1 4 0 0 0,137 15 0 0 0,-171-10 80 0 0,0-2 0 0 0,0-1 0 0 0,63-9 0 0 0,99-6-306 0 0,-158 14 276 0 0,145-2-61 0 0,-25 1-42 0 0,-101 0 53 0 0,256-3 0 0 0,12 1 197 0 0,-294 4-127 0 0,49 7-1 0 0,16 0 27 0 0,-95-7 379 0 0,-20-5-65 0 0,-14-6-428 0 0,-1 2-1 0 0,0 2 1 0 0,0 0-1 0 0,-48-3 1 0 0,-131 3 137 0 0,61 4-83 0 0,-128 4 56 0 0,-67 14-92 0 0,132-12 0 0 0,-20 0 0 0 0,198-7 23 0 0,-1 0-1 0 0,1-3 1 0 0,-47-15 0 0 0,-47-8 30 0 0,88 25-53 0 0,-1 2 0 0 0,1 2 0 0 0,-1 2 0 0 0,1 2 0 0 0,-58 10 0 0 0,8-5 0 0 0,16-2 0 0 0,-99 25-64 0 0,82-12 0 0 0,70-17 64 0 0,-27-1 0 0 0,34-1 0 0 0,8 2-223 0 0,8-2-15 0 0,24-7 204 0 0,52-5 0 0 0,-18 4-26 0 0,203-34-15 0 0,-218 35 58 0 0,0 3 0 0 0,59 1 1 0 0,92 14-94 0 0,-107-4 38 0 0,128-6 0 0 0,243-3 208 0 0,-169-11-136 0 0,-264 10 0 0 0,61-1 0 0 0,1 3 0 0 0,126 16 0 0 0,-112-5 0 0 0,387 48 0 0 0,-165-39 0 0 0,-223-17 0 0 0,149 21 0 0 0,-7 3 31 0 0,-1-19 2 0 0,-235-6-33 0 0,397 2 64 0 0,-218 1-64 0 0,129-4 0 0 0,290-11 128 0 0,-468 11-128 0 0,21 2 0 0 0,-54 3-2 0 0,-3 0-5 0 0,162-10 0 0 0,124-10 7 0 0,-283 19 0 0 0,44-1 0 0 0,-26-10 0 0 0,293-6 0 0 0,-148 14 0 0 0,-248-1 0 0 0,89 3 0 0 0,136-15 0 0 0,-132-6 13 0 0,-60 8 7 0 0,60-3 0 0 0,57 10-8 0 0,9-1-11 0 0,-125 0-2 0 0,71-14 0 0 0,-69 9 1 0 0,2 2 0 0 0,-1 3 0 0 0,114 6 0 0 0,-101 2 0 0 0,0-3 0 0 0,94-12 0 0 0,32-5 84 0 0,-141 13-72 0 0,-38 1-12 0 0,12 0 0 0 0,48 2 0 0 0,12 0 45 0 0,-39-1-26 0 0,-50 1-15 0 0,1 0 0 0 0,0 0 0 0 0,0 1 0 0 0,0-1 0 0 0,0 1 1 0 0,-1-1-1 0 0,1 1 0 0 0,0-1 0 0 0,-1 1 0 0 0,1 0 0 0 0,0 0 0 0 0,1 1 0 0 0,5 3 7 0 0,-7-5-11 0 0,1 1 0 0 0,0 0 0 0 0,-1-1 0 0 0,1 1 0 0 0,0-1 0 0 0,-1 1 0 0 0,1-1 0 0 0,0 0 0 0 0,2 1 0 0 0,2-1 0 0 0,-4 1 7 0 0,0-1 0 0 0,0 0-1 0 0,0 0 1 0 0,1 1 0 0 0,-1-1 0 0 0,0-1 0 0 0,0 1-1 0 0,0 0 1 0 0,1 0 0 0 0,-1-1 0 0 0,0 1 0 0 0,0-1-1 0 0,0 0 1 0 0,0 0 0 0 0,0 0 0 0 0,4-2-1 0 0,7-3 23 0 0,-12 5-34 0 0,0 1 0 0 0,-1 0 0 0 0,1-1 0 0 0,-1 1 0 0 0,0 0 1 0 0,1 0-1 0 0,-1 0 0 0 0,1 0 0 0 0,-1 0 0 0 0,1-1 1 0 0,-1 1-1 0 0,1 0 0 0 0,-1 0 0 0 0,0 0 0 0 0,1 0 1 0 0,-1 0-1 0 0,1 0 0 0 0,-1 1 0 0 0,1-1 0 0 0,-1 0 1 0 0,0 0-1 0 0,1 0 0 0 0,-1 0 0 0 0,1 0 0 0 0,0 1 1 0 0,3 0-6 0 0,14 2-63 0 0,-18-3 52 0 0,-1 0-1 0 0,1 0 0 0 0,-1 0 1 0 0,0 0-1 0 0,1 0 1 0 0,-1 1-1 0 0,1-1 1 0 0,-1 0-1 0 0,1 0 1 0 0,-1 1-1 0 0,1-1 1 0 0,-1 0-1 0 0,0 1 1 0 0,1-1-1 0 0,0 0 0 0 0,-1 1 1 0 0,1-1-1 0 0,-1 1 1 0 0,0 0-1 0 0,1-1 24 0 0,-1 1-1 0 0,1 0 0 0 0,-1-1 1 0 0,1 1-1 0 0,-1-1 0 0 0,1 1 1 0 0,-1-1-1 0 0,0 0 0 0 0,1 1 1 0 0,-1-1-1 0 0,0 0 0 0 0,1 1 1 0 0,-1-1-1 0 0,0 0 0 0 0,1 0 1 0 0,-1 0-1 0 0,0 1 0 0 0,0-1 1 0 0,1 0-1 0 0,-2 0 0 0 0,-1 0-15 0 0,-1 1-1 0 0,1-1 0 0 0,-1 1 0 0 0,1 0 0 0 0,0 0 0 0 0,-1 1 0 0 0,-3 1 0 0 0,-5 2 17 0 0,5-2-2 0 0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13T18:37:51.234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148 285 12871 0 0,'-43'-13'2084'0'0,"34"10"-1839"0"0,0 1-1 0 0,0-1 1 0 0,0 0 0 0 0,0 0 0 0 0,-50-39 7159 0 0,67 41-7388 0 0,28 1 732 0 0,-29 1-474 0 0,-1 1-1 0 0,1 0 1 0 0,-1 0-1 0 0,8 4 0 0 0,20 6-9 0 0,-11-9-168 0 0,-1-1-1 0 0,1 0 1 0 0,-1-2 0 0 0,39-4 0 0 0,20-1-266 0 0,-26 7 570 0 0,82 14 0 0 0,-112-13-340 0 0,1-1 1 0 0,-1-1-1 0 0,42-4 0 0 0,74-21 223 0 0,-87 12-229 0 0,0 3 0 0 0,0 3 0 0 0,95 0 0 0 0,-98 6 38 0 0,1-1 0 0 0,86-15 0 0 0,69-13-12 0 0,-9 4 55 0 0,-157 20-126 0 0,-18 3-7 0 0,13-2 24 0 0,67 0-1 0 0,-74 4 42 0 0,-1-1 0 0 0,45-8-1 0 0,-35 3-63 0 0,22-2-26 0 0,169-16 261 0 0,-126 15-211 0 0,-44 3-5 0 0,265 5-19 0 0,-250 4 10 0 0,-19-1 244 0 0,104 17 1 0 0,-126-13-378 0 0,-1-2 0 0 0,48 1 0 0 0,65-10 81 0 0,-14 1 110 0 0,-62 0 58 0 0,87-14 1 0 0,-79 8-67 0 0,-35 6-39 0 0,75 2-1 0 0,41 14 41 0 0,-11-1-36 0 0,-33-2-8 0 0,-50-3 2 0 0,70-3 0 0 0,97-5 31 0 0,-145 2-42 0 0,62 7 93 0 0,1 1 0 0 0,-31-4-104 0 0,-65-1 0 0 0,107-8 0 0 0,-63-14 48 0 0,-52 9-32 0 0,-26 7-16 0 0,0 1 0 0 0,0 1 0 0 0,32 2 0 0 0,-9 0 0 0 0,157-10 0 0 0,52 1 0 0 0,-146 20 0 0 0,-48-4 0 0 0,150 10 90 0 0,17 3 12 0 0,-136-8-198 0 0,-22-3 96 0 0,4 2 0 0 0,258 1 0 0 0,-126-7 0 0 0,42-11 0 0 0,-191 2 0 0 0,205 5 0 0 0,-89 2 0 0 0,156 5 0 0 0,-156-3 0 0 0,31-14 0 0 0,-31 0 0 0 0,118 11 64 0 0,-226-6 25 0 0,76-13 0 0 0,40-2-59 0 0,-83 15-20 0 0,64-2-29 0 0,-9-4 4 0 0,-77 3 15 0 0,26-3 0 0 0,23-2 0 0 0,348 6 0 0 0,-309 5 0 0 0,-9-1 0 0 0,144 2 0 0 0,114-14 109 0 0,-337 9-154 0 0,148 0 45 0 0,45-3 0 0 0,-152-6 0 0 0,-33 4 0 0 0,108 0 0 0 0,251 6 64 0 0,-273 1-91 0 0,39-1-10 0 0,99-8 125 0 0,-248 12-88 0 0,68 9 0 0 0,34 1 0 0 0,70-17 0 0 0,-153 3 0 0 0,-12 4 12 0 0,97 13 0 0 0,35 1 24 0 0,-26-12 56 0 0,-72 3-92 0 0,-62-2 0 0 0,-23-3 1 0 0,39 4 41 0 0,1-3 1 0 0,75-5-1 0 0,-117 3-35 0 0,0 0-1 0 0,0 0 1 0 0,-1 1 0 0 0,16 3-1 0 0,-13-2 2 0 0,0 0 0 0 0,13 0-1 0 0,-8 3-1682 0 0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13T18:38:16.310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111 706 10591 0 0,'-5'4'48'0'0,"1"0"0"0"0,-1 0 0 0 0,0 0 0 0 0,0-1 0 0 0,-8 5 0 0 0,-61 0 8872 0 0,79-8-8853 0 0,13 2-38 0 0,-16-2-8 0 0,0 0-1 0 0,0 0 1 0 0,-1 0-1 0 0,1 0 1 0 0,0-1-1 0 0,-1 1 1 0 0,1-1-1 0 0,0 1 1 0 0,-1-1-1 0 0,1 0 1 0 0,-1 0-1 0 0,1 0 1 0 0,-1 0 0 0 0,1 0-1 0 0,2-2 1 0 0,7-4 250 0 0,-8 5-154 0 0,1 1-1 0 0,-1-1 0 0 0,0 0 1 0 0,0-1-1 0 0,4-3 0 0 0,-5 4-57 0 0,0 1-1 0 0,0-1 0 0 0,0 0 1 0 0,1 1-1 0 0,-1-1 0 0 0,0 1 0 0 0,1 0 1 0 0,-1-1-1 0 0,1 1 0 0 0,-1 0 1 0 0,1 1-1 0 0,4-2 0 0 0,4 1-13 0 0,0 0-1 0 0,0-1 0 0 0,-1-1 1 0 0,1 0-1 0 0,0 0 1 0 0,-1-1-1 0 0,0 0 0 0 0,1-1 1 0 0,11-7-1 0 0,-20 11 42 0 0,0 1 0 0 0,0 0 1 0 0,1 0-1 0 0,-1 0 0 0 0,0 0 0 0 0,0 0 0 0 0,0 0 0 0 0,0 0 0 0 0,1 1 0 0 0,-1-1 1 0 0,0 1-1 0 0,0-1 0 0 0,0 1 0 0 0,3 1 0 0 0,28 14 1298 0 0,-28-13-1354 0 0,0-1 0 0 0,-1 0 0 0 0,1 0-1 0 0,0-1 1 0 0,0 1 0 0 0,0-1 0 0 0,8 1 0 0 0,3-3 547 0 0,25 2-321 0 0,22-9 168 0 0,-52 7-369 0 0,0 0 0 0 0,0-1 0 0 0,-1 0 0 0 0,1-1 0 0 0,14-5 0 0 0,-17 4-3 0 0,1 1 0 0 0,0 1 0 0 0,1-1-1 0 0,-1 2 1 0 0,0-1 0 0 0,1 1-1 0 0,18 0 1 0 0,-18 2-34 0 0,0-2 0 0 0,1 1 0 0 0,-1-1 0 0 0,0-1 0 0 0,0 0 0 0 0,0 0 0 0 0,10-4 0 0 0,22-5 41 0 0,-28 8-41 0 0,-3 1 2 0 0,0 0 0 0 0,21-2-1 0 0,-25 4 5 0 0,0-1 0 0 0,1 0 0 0 0,-1 0 0 0 0,7-3-1 0 0,-5 2-14 0 0,-6 1 17 0 0,1 0 0 0 0,0 1 0 0 0,0 0 0 0 0,0-1 0 0 0,4 2 0 0 0,1-1 22 0 0,46-1 108 0 0,-36 1 84 0 0,-17-1-240 0 0,-1 1 0 0 0,1 0 0 0 0,0 0 0 0 0,-1 1 0 0 0,1-1 0 0 0,0 0 0 0 0,-1 0 0 0 0,1 1 0 0 0,-1-1 0 0 0,1 1 0 0 0,-1-1 0 0 0,1 1 0 0 0,-1 0 0 0 0,3 1 0 0 0,-3-2 13 0 0,1 1 0 0 0,0-1 0 0 0,-1 0 0 0 0,1 1 0 0 0,0-1 0 0 0,-1 0 0 0 0,1 0 0 0 0,-1 0 0 0 0,1 0 0 0 0,0-1 0 0 0,-1 1 0 0 0,1 0 0 0 0,0-1 1 0 0,1 0-1 0 0,10-1 76 0 0,12 0-78 0 0,5 1-99 0 0,-20 0 73 0 0,-4 1-15 0 0,-1 0 0 0 0,1 0 1 0 0,-1 0-1 0 0,1 1 0 0 0,0 0 1 0 0,-1 0-1 0 0,1 0 0 0 0,-1 1 1 0 0,7 2-1 0 0,-5-2 131 0 0,0 0 0 0 0,-1-1 0 0 0,1 0 0 0 0,0-1 0 0 0,13 1-1 0 0,-5 1-64 0 0,-14-2-32 0 0,1 1 0 0 0,0-1-1 0 0,-1 0 1 0 0,1 0 0 0 0,0 1 0 0 0,0-1 0 0 0,0 0 0 0 0,-1-1 0 0 0,4 1 0 0 0,-3-1 3 0 0,1 1 0 0 0,-1-1-1 0 0,0 1 1 0 0,1 0 0 0 0,-1 0 0 0 0,0 0-1 0 0,1 0 1 0 0,2 0 0 0 0,-3 1 0 0 0,1-1 1 0 0,-1 0-1 0 0,1 0 1 0 0,0 0-1 0 0,-1 0 1 0 0,1-1-1 0 0,-1 1 1 0 0,4-1-1 0 0,3-2 2 0 0,0 1 0 0 0,1 0 0 0 0,-1 1 1 0 0,0 0-1 0 0,1 0 0 0 0,10 1 0 0 0,-19 0-9 0 0,53 3 64 0 0,-46-5-64 0 0,-7 2 0 0 0,0-1 0 0 0,-1 1 0 0 0,1 0 0 0 0,-1 0 0 0 0,1 0 0 0 0,-1-1 0 0 0,1 1 0 0 0,-1 0 0 0 0,1 0 0 0 0,0 0 0 0 0,-1 0 0 0 0,1 0 0 0 0,-1 0 0 0 0,1 0 0 0 0,-1 0 0 0 0,1 0 0 0 0,1 1 0 0 0,23-2 128 0 0,-9-3 24 0 0,-12 4-85 0 0,0 1-60 0 0,0-1-6 0 0,-1 1 0 0 0,0-1 1 0 0,1 0-1 0 0,-1 0 0 0 0,1-1 1 0 0,-1 1-1 0 0,1-1 0 0 0,-1 1 0 0 0,1-1 1 0 0,-1 0-1 0 0,0 0 0 0 0,4-2 1 0 0,-4 1 7 0 0,0 1 1 0 0,0 0-1 0 0,0 0 1 0 0,0 0-1 0 0,0 0 1 0 0,0 0-1 0 0,0 1 0 0 0,1-1 1 0 0,-1 1-1 0 0,4 0 1 0 0,-3 0 0 0 0,0 0-1 0 0,0-1 1 0 0,0 1-1 0 0,0-1 1 0 0,0 0 0 0 0,0 0-1 0 0,5-2 1 0 0,-6 2-6 0 0,0 0 1 0 0,0 0-1 0 0,0 0 1 0 0,0 1-1 0 0,0-1 1 0 0,5 1-1 0 0,18-5 40 0 0,-23 4-36 0 0,1-1 0 0 0,0 1 1 0 0,0 0-1 0 0,-1 0 1 0 0,1 0-1 0 0,0 1 0 0 0,0 0 1 0 0,0-1-1 0 0,0 1 1 0 0,0 1-1 0 0,0-1 0 0 0,0 0 1 0 0,5 2-1 0 0,32-2 3 0 0,-21 0 21 0 0,2 0 11 0 0,32 3-1 0 0,16-1 22 0 0,-40 0-67 0 0,-20-2 25 0 0,-1 1 1 0 0,14 2-1 0 0,-12-2-2 0 0,1 0-1 0 0,-1 0 1 0 0,0-1-1 0 0,1-1 1 0 0,13-2-1 0 0,-18 2-16 0 0,0 1-1 0 0,1 0 0 0 0,-1 1 1 0 0,7 1-1 0 0,-7-1-2 0 0,1-1 0 0 0,-1 1-1 0 0,0-1 1 0 0,9-1 0 0 0,3 1 0 0 0,-16 1 0 0 0,-1-1 0 0 0,1 0 0 0 0,-1 0 0 0 0,1 0 0 0 0,0-1 0 0 0,-1 1 0 0 0,4-1 0 0 0,15 2 64 0 0,19-6 13 0 0,-8 2-26 0 0,-8-2-53 0 0,-18 3 4 0 0,-1 1-1 0 0,1 0 1 0 0,0 0-1 0 0,-1 0 1 0 0,1 0 0 0 0,0 1-1 0 0,7 1 1 0 0,12-3 37 0 0,-7 1-25 0 0,22 0-14 0 0,67-8 0 0 0,-91 5 17 0 0,-13 3-11 0 0,0 0 0 0 0,1 0 0 0 0,-1 1 0 0 0,0-1 0 0 0,1 1-1 0 0,-1 0 1 0 0,4 0 0 0 0,24-1 22 0 0,-26 0-17 0 0,1 1 1 0 0,0 0 0 0 0,11 0 0 0 0,23 5 41 0 0,-18 7-53 0 0,16-4 20 0 0,-28-7-11 0 0,-1 1 0 0 0,1 0 0 0 0,-1 1-1 0 0,15 6 1 0 0,-17-6-9 0 0,-1-1 0 0 0,1 0 0 0 0,9 2 0 0 0,13 4 0 0 0,-22-5 12 0 0,0-2 0 0 0,1 1-1 0 0,14 1 1 0 0,1-1 5 0 0,1-3 22 0 0,-5-1-14 0 0,30-1 20 0 0,-37 1-24 0 0,0 1-1 0 0,1 0 1 0 0,24 2 0 0 0,-31 0-13 0 0,1-1 0 0 0,0 0 0 0 0,0-1 0 0 0,8-1 0 0 0,15-1 16 0 0,-11 2-24 0 0,-15 0 0 0 0,0 1 0 0 0,-1-1 0 0 0,1 1 0 0 0,0 0 0 0 0,0 0 0 0 0,-1 1 0 0 0,1-1 0 0 0,4 2 0 0 0,44 9 0 0 0,-37-5 0 0 0,2-1 0 0 0,-1-1 0 0 0,0-1 0 0 0,1 0 0 0 0,23 0 0 0 0,-22-3 32 0 0,25-4 0 0 0,8 1-32 0 0,-43 1 0 0 0,0 0 0 0 0,0 0 0 0 0,-1-1 0 0 0,1 0 0 0 0,-1 0 0 0 0,9-5 0 0 0,-8 3 0 0 0,-1 2 32 0 0,-1-1 0 0 0,0 1 0 0 0,11-11 0 0 0,-13 12-32 0 0,0 0 0 0 0,0-1 0 0 0,1 1 0 0 0,-1 1 0 0 0,7-3 0 0 0,-2 1 11 0 0,16-5-6 0 0,0 2 0 0 0,0 0 0 0 0,30-2 0 0 0,14-3-4 0 0,-43 6-1 0 0,2 1 0 0 0,45-1 0 0 0,-2 10 0 0 0,-46-8 0 0 0,-20 2 0 0 0,-1 0 0 0 0,1 1 0 0 0,0-1 0 0 0,9 2 0 0 0,24 6 0 0 0,-31-5 0 0 0,1 0 0 0 0,0-1 0 0 0,0 1 0 0 0,0-1 0 0 0,0-1 0 0 0,15-1 0 0 0,-11 0 0 0 0,0-1 0 0 0,0 2 0 0 0,0-1 0 0 0,18 3 0 0 0,93 8 0 0 0,-105-8 0 0 0,1 1 0 0 0,-1 0 0 0 0,30 10 0 0 0,13 6 0 0 0,-53-17 0 0 0,0-1 0 0 0,0 0 0 0 0,0 0 0 0 0,0-1 0 0 0,15-1 0 0 0,-3 2 22 0 0,-18-1-18 0 0,0 1-1 0 0,1-1 1 0 0,-1 0 0 0 0,1 0 0 0 0,-1 0 0 0 0,0 0 0 0 0,1 0-1 0 0,-1 0 1 0 0,1-1 0 0 0,3-1 0 0 0,0 0 3 0 0,-1 0 0 0 0,0 1 0 0 0,0-1 0 0 0,1 1 1 0 0,-1 0-1 0 0,1 0 0 0 0,0 0 0 0 0,6 1 0 0 0,3 0 2 0 0,-3 1 9 0 0,0-1 1 0 0,14-3-1 0 0,-19 2-18 0 0,0 1 0 0 0,0-1 0 0 0,0 1 0 0 0,0 1 0 0 0,0-1 0 0 0,0 1 0 0 0,0 0 0 0 0,0 1 0 0 0,-1 0 0 0 0,11 3 0 0 0,-13-4 0 0 0,0 0 0 0 0,0 0 0 0 0,0-1 0 0 0,9 0 0 0 0,7 2 0 0 0,80 15 64 0 0,15-5-64 0 0,-84-7 0 0 0,-17-3 0 0 0,-1 0 0 0 0,1 0 0 0 0,0-2 0 0 0,21 0 0 0 0,-29-2 5 0 0,0 2 1 0 0,0-1-1 0 0,0 0 0 0 0,1 1 1 0 0,-1 0-1 0 0,0 1 0 0 0,0 0 1 0 0,0 0-1 0 0,1 0 0 0 0,-1 0 1 0 0,8 4-1 0 0,-12-4-5 0 0,1 0 0 0 0,-1 0 0 0 0,1 0 0 0 0,0 0 0 0 0,0 0 0 0 0,-1-1 0 0 0,1 1 0 0 0,0-1 0 0 0,0 0 0 0 0,0 0 0 0 0,0 0 0 0 0,-1 0 0 0 0,1 0 0 0 0,0 0 0 0 0,0-1 0 0 0,0 0 0 0 0,-1 1 0 0 0,5-3 0 0 0,45-18 0 0 0,20-6 256 0 0,-69 27-262 0 0,-1-1-1 0 0,1 1 1 0 0,-1-1-1 0 0,1 1 1 0 0,0 0-1 0 0,-1 0 1 0 0,3 0-1 0 0,18-1-37 0 0,28-10 32 0 0,-25 6 190 0 0,28-8 0 0 0,-40 9-240 0 0,1 1 0 0 0,17-2 0 0 0,17-4-112 0 0,-42 8 174 0 0,1 0 0 0 0,14-1 0 0 0,9 0 0 0 0,-13-2 0 0 0,1 1 0 0 0,-1 1 0 0 0,1 1 0 0 0,31 1 0 0 0,-43 0 0 0 0,1 0 0 0 0,-1 0 0 0 0,14-2 0 0 0,9-1 0 0 0,-25 2 0 0 0,0 1 0 0 0,0-1 0 0 0,0 0 0 0 0,10-3 0 0 0,13-3 0 0 0,-14 5 10 0 0,-1 1 0 0 0,1 1 0 0 0,-1 0 0 0 0,1 0 0 0 0,-1 2 0 0 0,1 0 0 0 0,18 5 0 0 0,-16-4-23 0 0,0 0 1 0 0,0-1-1 0 0,0-1 1 0 0,0 0-1 0 0,0-1 1 0 0,23-3-1 0 0,-7 2 13 0 0,1 1 0 0 0,-1 2 0 0 0,45 8 0 0 0,-55-6 0 0 0,-4-2 24 0 0,22 0 0 0 0,80 7 40 0 0,-110-8-11 0 0,0 0 1 0 0,13 3-1 0 0,8 2 43 0 0,-1 0-125 0 0,-25-4 22 0 0,1-1-1 0 0,-1 0 1 0 0,1 0 0 0 0,-1 0-1 0 0,1 0 1 0 0,-1-1-1 0 0,7-1 1 0 0,79-9 58 0 0,-55 6-46 0 0,-13 1 19 0 0,23-1 0 0 0,-16 7-6 0 0,-24-2-10 0 0,0 0 0 0 0,0-1 0 0 0,-1 1 0 0 0,1-1 0 0 0,0-1 1 0 0,9 0-1 0 0,-3-2-28 0 0,-1 2 1 0 0,1 0 0 0 0,13 0-1 0 0,-15 1 66 0 0,0 0 0 0 0,0-1 0 0 0,0 0 0 0 0,20-6 0 0 0,84-23 231 0 0,26 11-357 0 0,-103 15 46 0 0,-21 1-4 0 0,0 1 0 0 0,1 1 0 0 0,-1 1 0 0 0,32 3 0 0 0,-30-1 89 0 0,0-1 0 0 0,0 0 0 0 0,0-1 0 0 0,27-5 0 0 0,-24 3-34 0 0,71 0-17 0 0,-61 2 0 0 0,1 0 16 0 0,0-2 0 0 0,0-1 0 0 0,48-12 0 0 0,-44 5-16 0 0,-20 5 0 0 0,1 0 0 0 0,29-3 0 0 0,-3 3 10 0 0,-32 3-5 0 0,0 0 0 0 0,-1 1 0 0 0,1 0 1 0 0,0 1-1 0 0,0 0 0 0 0,0 1 0 0 0,0 0 0 0 0,16 4 0 0 0,-14-2-5 0 0,1-1 0 0 0,-1 0 0 0 0,1-1 0 0 0,20 0 0 0 0,39-4 0 0 0,-23-4 0 0 0,27-5 0 0 0,-18-4 0 0 0,-48 13 0 0 0,0 0 0 0 0,-1 0 0 0 0,15-6 0 0 0,-19 6 0 0 0,-5 2 0 0 0,1 1 0 0 0,0-1 0 0 0,0 0 0 0 0,0 0 0 0 0,-1 0 0 0 0,1 0 0 0 0,-1 0 0 0 0,1 0 0 0 0,-1-1 0 0 0,1 1 0 0 0,-1 0 0 0 0,0-1 0 0 0,2-2 0 0 0,-3 3 0 0 0,-5 2 0 0 0,0 2 0 0 0,-10 5 0 0 0,12-8 0 0 0,0 0 0 0 0,0 0 0 0 0,0-1 0 0 0,0 1 0 0 0,0-1 0 0 0,0 0 0 0 0,0 0 0 0 0,1 0 0 0 0,-1 0 0 0 0,0-1 0 0 0,-3-2 0 0 0,3 3 0 0 0,-1 0 0 0 0,0 0 0 0 0,1 0 0 0 0,-1 1 0 0 0,0-1 0 0 0,1 1 0 0 0,-1 0 0 0 0,0 0 0 0 0,0 0 0 0 0,1 0 0 0 0,-1 1 0 0 0,-6 1 0 0 0,-13 1 0 0 0,6-2 0 0 0,8-1 0 0 0,1 0 0 0 0,0 0 0 0 0,0 0 0 0 0,-1-1 0 0 0,1 0 0 0 0,0-1 0 0 0,0 0 0 0 0,0 0 0 0 0,-15-7 0 0 0,9 3-13 0 0,8 4-44 0 0,1-1 0 0 0,-1 0 1 0 0,0 0-1 0 0,1-1 0 0 0,-1 1 0 0 0,1-1 0 0 0,0 0 1 0 0,0 0-1 0 0,0-1 0 0 0,1 0 0 0 0,-8-9 0 0 0,5 2-556 0 0,1 0 0 0 0,0-1 0 0 0,-8-25 1 0 0,-7-44-6769 0 0,1-16-2348 0 0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13T18:38:28.229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588 253 3535 0 0,'-9'-33'3769'0'0,"-9"-10"552"0"0,9 9-507 0 0,8 31-3551 0 0,-1 0 0 0 0,1 1 0 0 0,-1-1 0 0 0,0 1 0 0 0,0-1 0 0 0,0 1 0 0 0,0-1 0 0 0,-3-1 0 0 0,-4-6 505 0 0,7 9-705 0 0,1-1-1 0 0,0 1 1 0 0,-1 0 0 0 0,1 0 0 0 0,-1 0 0 0 0,0 0-1 0 0,1 1 1 0 0,-1-1 0 0 0,0 0 0 0 0,1 1 0 0 0,-1-1-1 0 0,0 1 1 0 0,0-1 0 0 0,1 1 0 0 0,-1 0 0 0 0,0 0-1 0 0,0 0 1 0 0,-2 0 0 0 0,1 0-1 0 0,1 0 0 0 0,-1 0 0 0 0,0-1 0 0 0,1 1 0 0 0,-1-1 0 0 0,0 1 0 0 0,-2-2 0 0 0,-25-9 189 0 0,20 6-68 0 0,-1 0 1 0 0,1 2 0 0 0,-1-1-1 0 0,0 1 1 0 0,0 1 0 0 0,-16-2-1 0 0,-15-5 318 0 0,15 2-287 0 0,8 3-156 0 0,0 2 0 0 0,-35-2 0 0 0,47 4-57 0 0,0 0 0 0 0,0 1-1 0 0,0 0 1 0 0,0 0 0 0 0,0 1-1 0 0,0-1 1 0 0,0 1-1 0 0,1 1 1 0 0,-1 0 0 0 0,-11 6-1 0 0,8-3 0 0 0,0 0 0 0 0,1 0 0 0 0,0 1 0 0 0,0 0 0 0 0,0 0 0 0 0,1 1 0 0 0,-10 12 0 0 0,16-17 0 0 0,-1 5 0 0 0,-2 12-65 0 0,4-19 64 0 0,1 1 1 0 0,-1 0-1 0 0,0 0 1 0 0,1 0-1 0 0,-1 0 1 0 0,1 0-1 0 0,0 0 1 0 0,0 0-1 0 0,-1 0 1 0 0,1 0-1 0 0,0 0 1 0 0,1 3-1 0 0,-1-5 1 0 0,0 0 0 0 0,0 0 0 0 0,0 1 0 0 0,0-1 0 0 0,0 0 0 0 0,0 1 0 0 0,1-1 0 0 0,-1 0 0 0 0,0 0 0 0 0,0 0 0 0 0,0 1 0 0 0,0-1 0 0 0,1 0 0 0 0,-1 0 0 0 0,0 0 0 0 0,0 1 0 0 0,0-1 0 0 0,1 0 0 0 0,-1 0 0 0 0,0 0 0 0 0,0 0 0 0 0,1 1 0 0 0,-1-1 0 0 0,0 0 0 0 0,0 0 0 0 0,1 0 0 0 0,-1 0 0 0 0,0 0 0 0 0,1 0 0 0 0,10-3 0 0 0,-8 2 0 0 0,6-2 25 0 0,-1 0 1 0 0,1 1-1 0 0,-1 0 0 0 0,1 0 1 0 0,13 0-1 0 0,-13 1 10 0 0,1 0-1 0 0,-1 0 1 0 0,0-1 0 0 0,16-6-1 0 0,-18 5-35 0 0,-1 1 0 0 0,1 0 0 0 0,0 1 0 0 0,0-1-1 0 0,-1 1 1 0 0,1 0 0 0 0,0 1 0 0 0,0 0 0 0 0,0 0-1 0 0,10 1 1 0 0,-13 1-10 0 0,0-1-1 0 0,0 1 1 0 0,0 0-1 0 0,0 1 0 0 0,0-1 1 0 0,0 1-1 0 0,5 4 1 0 0,-6-3 5 0 0,1-1-1 0 0,0 0 1 0 0,1-1 0 0 0,-1 1 0 0 0,0-1-1 0 0,8 4 1 0 0,-5-4 6 0 0,1 0 0 0 0,-1 0 0 0 0,1-1 0 0 0,-1 0 0 0 0,1 0 0 0 0,0-1 0 0 0,-1 0 0 0 0,1 0 0 0 0,0-1 0 0 0,12-2 0 0 0,-13 2 0 0 0,-1 0 0 0 0,0 1 1 0 0,11 0-1 0 0,-5 0 10 0 0,4-3 1506 0 0,-13 0-1476 0 0,0 1-100 0 0,-1-1 0 0 0,1 1 0 0 0,0 0 0 0 0,-1 1 0 0 0,1-1 0 0 0,0 0 0 0 0,0 1 0 0 0,0 0 0 0 0,1 0 0 0 0,3-1 0 0 0,0 0 86 0 0,0 1 0 0 0,0 0 0 0 0,0 1 0 0 0,0 0 0 0 0,0 0-1 0 0,0 1 1 0 0,-1-1 0 0 0,1 1 0 0 0,0 1 0 0 0,12 3 0 0 0,-10-2-18 0 0,6 0-8 0 0,23 1 0 0 0,-25-2 0 0 0,1-1 0 0 0,20 6 0 0 0,-19-3 58 0 0,0-2-1 0 0,0 0 1 0 0,0-1-1 0 0,1 0 1 0 0,23-3-1 0 0,-14 1 31 0 0,25 2-1 0 0,-13-4 41 0 0,-12 4-64 0 0,30-1-1 0 0,-17-1-9 0 0,-13 2 36 0 0,-15-1-19 0 0,0 1 0 0 0,1-2 0 0 0,-1 1 0 0 0,0-1 0 0 0,0-1 0 0 0,11-2 0 0 0,5 0-6 0 0,-22 4-53 0 0,0 0-1 0 0,0-1 1 0 0,0 1 0 0 0,0-1 0 0 0,5-1 0 0 0,5-4 65 0 0,-1 0 1 0 0,27-17-1 0 0,-37 21-77 0 0,-1 1 0 0 0,1 0 0 0 0,0 0 0 0 0,1 0 0 0 0,-1 0 0 0 0,0 0 0 0 0,0 1 0 0 0,0 0 0 0 0,0-1 0 0 0,4 1 0 0 0,-3 0 0 0 0,0 0 0 0 0,0 0 0 0 0,-1-1 0 0 0,1 0 0 0 0,0 1 0 0 0,-1-1 0 0 0,6-2 0 0 0,16-9 120 0 0,31-11 0 0 0,-55 23-120 0 0,16-7 48 0 0,0 2 0 0 0,0 0 0 0 0,0 1 0 0 0,1 1 0 0 0,31-2 0 0 0,-16 7-48 0 0,-20-1 0 0 0,26-2 0 0 0,-4-4-88 0 0,-13 2 155 0 0,-19 3-47 0 0,0-1 1 0 0,1 0-1 0 0,-1 1 0 0 0,0 0 0 0 0,0 0 0 0 0,1 0 0 0 0,-1 0 0 0 0,4 1 0 0 0,7-1 76 0 0,-13 0-96 0 0,0 1 1 0 0,0-1-1 0 0,0 0 0 0 0,1 0 1 0 0,-1 0-1 0 0,0 0 0 0 0,0 0 1 0 0,0 0-1 0 0,0 0 0 0 0,0-1 0 0 0,1 1 1 0 0,11-1-20 0 0,-7 1 25 0 0,0 1-1 0 0,0-1 0 0 0,1 0 0 0 0,6-1 1 0 0,9-1-159 0 0,58 4 6 0 0,-80-2 147 0 0,1 0 0 0 0,0 0 0 0 0,0 0 0 0 0,-1 0 0 0 0,1 0 0 0 0,0 1 0 0 0,0-1 0 0 0,-1 0 0 0 0,1 0 0 0 0,0 1 0 0 0,-1-1 0 0 0,1 0 0 0 0,0 1 0 0 0,-1-1 0 0 0,1 1 0 0 0,0-1 0 0 0,-1 1 0 0 0,1-1 0 0 0,-1 1 0 0 0,1-1 0 0 0,-1 1 0 0 0,1-1 0 0 0,-1 1 0 0 0,0 0 0 0 0,1 0 0 0 0,0 1 0 0 0,0 0 0 0 0,-1 0 0 0 0,1 0 0 0 0,-1 0 0 0 0,1 0 0 0 0,-1 0 0 0 0,0 0 0 0 0,0 2 0 0 0,0-3 17 0 0,0 0-1 0 0,-1-1 1 0 0,1 1-1 0 0,0-1 1 0 0,-1 1-1 0 0,1-1 1 0 0,0 1-1 0 0,-1-1 1 0 0,1 1-1 0 0,0-1 1 0 0,-1 1-1 0 0,1-1 0 0 0,-1 1 1 0 0,1-1-1 0 0,-1 0 1 0 0,1 1-1 0 0,-1-1 1 0 0,1 0-1 0 0,-1 0 1 0 0,0 1-1 0 0,1-1 1 0 0,-1 0-1 0 0,1 0 1 0 0,-1 0-1 0 0,0 0 1 0 0,1 1-1 0 0,-2-1 1 0 0,-15 2 568 0 0,17-2-561 0 0,-81 9 796 0 0,74-8-816 0 0,1 1 1 0 0,-1 0-1 0 0,0 1 1 0 0,1-1 0 0 0,0 1-1 0 0,-1 1 1 0 0,1-1-1 0 0,0 1 1 0 0,-5 4 0 0 0,-17 10 2 0 0,21-15-7 0 0,0 0 0 0 0,0-1 0 0 0,0 0 0 0 0,-1 0 0 0 0,1 0 0 0 0,0-1 0 0 0,-9 0 0 0 0,-10 2 0 0 0,7-2 0 0 0,19-1 0 0 0,-1 0 0 0 0,0 0 0 0 0,1 0 0 0 0,-1 0 0 0 0,1 0 0 0 0,-1 0 0 0 0,1 0 0 0 0,-1 0 0 0 0,0 0 0 0 0,1 0 0 0 0,-1 0 0 0 0,1-1 0 0 0,-1 1 0 0 0,1 0 0 0 0,-1 0 0 0 0,1-1 0 0 0,-1 1 0 0 0,1 0 0 0 0,-1-1 0 0 0,1 1 0 0 0,-1 0 0 0 0,1-1 0 0 0,0 1 0 0 0,-1-1 0 0 0,1 1 0 0 0,0-1 0 0 0,-1 0 0 0 0,1 1 0 0 0,0-2 3 0 0,8 3-19 0 0,-6-1 20 0 0,10 3-118 0 0,1-1 1 0 0,-1 0 0 0 0,0-1-1 0 0,14 0 1 0 0,-7-1 96 0 0,-13 0 15 0 0,0 0-1 0 0,0 0 1 0 0,11-3-1 0 0,-10 2-5 0 0,1-1-1 0 0,0 2 0 0 0,8-1 1 0 0,-8 1 3 0 0,0 0 0 0 0,-1-1 1 0 0,9-2-1 0 0,-8 1 24 0 0,0 0-1 0 0,0-1 1 0 0,-1 0 0 0 0,1 0-1 0 0,-1-1 1 0 0,0 0 0 0 0,0 0-1 0 0,9-8 1 0 0,-14 10-14 0 0,1 1-1 0 0,-1-1 0 0 0,1 1 1 0 0,0-1-1 0 0,0 1 1 0 0,0 0-1 0 0,-1 0 1 0 0,7-1-1 0 0,13-5 20 0 0,-16 4-40 0 0,-1 2 0 0 0,1-1 0 0 0,0 0 1 0 0,0 1-1 0 0,-1 0 0 0 0,1 1 0 0 0,0-1 0 0 0,0 1 0 0 0,8 1 0 0 0,-1-1 7 0 0,83-7 9 0 0,-84 6-46 0 0,0 0 0 0 0,-1-1-1 0 0,1 0 1 0 0,12-5 0 0 0,-8 2-31 0 0,23-2 1 0 0,39 4 216 0 0,-8 1-27 0 0,-61 1-96 0 0,1 1 0 0 0,15 2 0 0 0,-18 0-12 0 0,0-2 0 0 0,0 1 1 0 0,0-1-1 0 0,0-1 1 0 0,11 0-1 0 0,38-9-5 0 0,-41 7 0 0 0,1 0 0 0 0,0 1 0 0 0,0 1 0 0 0,23 1 0 0 0,-32 0 0 0 0,12 0 0 0 0,1 1 0 0 0,0-2 0 0 0,0 0 0 0 0,31-6 0 0 0,-41 6 0 0 0,-1 0 0 0 0,0 0 0 0 0,0 1 0 0 0,15 1 0 0 0,2 0 0 0 0,24-4 0 0 0,-33 0 31 0 0,-6 1 29 0 0,-1 1 1 0 0,1-1-1 0 0,0 2 0 0 0,0-1 0 0 0,21 4 0 0 0,-19-2-105 0 0,0 0 1 0 0,0 0-1 0 0,17-2 0 0 0,-1 0 232 0 0,-25 1-196 0 0,-1 1 0 0 0,1-1 0 0 0,-1 1 0 0 0,0-1-1 0 0,1 1 1 0 0,2 1 0 0 0,-110-2 302 0 0,76 3-298 0 0,1 1-1 0 0,-1 2 1 0 0,-44 14-1 0 0,-77 36-33 0 0,148-55 39 0 0,-89 38 0 0 0,-73 27 0 0 0,26-16-125 0 0,127-48 167 0 0,17-6-42 0 0,74-34-53 0 0,-28 20-80 0 0,71-14 0 0 0,15-3-49 0 0,-103 23 182 0 0,5-2 0 0 0,52-9 0 0 0,-75 21 135 0 0,31 0-1 0 0,-47 1-111 0 0,1-2 41 0 0,-4 1-57 0 0,-4 0 227 0 0,-2-1-232 0 0,0 0-1 0 0,0 0 1 0 0,0 1-1 0 0,0 0 1 0 0,-1 1 0 0 0,-9-2-1 0 0,-16 1-1 0 0,-15-3 0 0 0,1 3 0 0 0,-69 6 0 0 0,95-1-13 0 0,1 2 0 0 0,0 0 1 0 0,0 1-1 0 0,-32 15 0 0 0,46-19 5 0 0,-1 0 1 0 0,0-1-1 0 0,1 0 1 0 0,-1 0-1 0 0,0 0 0 0 0,-7-1 1 0 0,13 0 16 0 0,-4-1 73 0 0,12 3-503 0 0,29 4 363 0 0,-1-1-1 0 0,1-2 0 0 0,0-2 0 0 0,0-1 0 0 0,59-8 0 0 0,-43 0 131 0 0,1-2 0 0 0,80-27 0 0 0,-43 11-72 0 0,42-8-104 0 0,-127 33 103 0 0,-2 0 2 0 0,-1 1 1 0 0,0-1-1 0 0,0 1 0 0 0,1-1 1 0 0,-1 0-1 0 0,0 0 0 0 0,0 0 0 0 0,2-2 1 0 0,2-2 98 0 0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13T18:38:38.443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2 116 455 0 0,'-2'-36'16354'0'0,"20"14"-18275"0"0,-12 16 1965 0 0,1 0-1 0 0,-1 0 0 0 0,1 1 0 0 0,0 0 1 0 0,0 0-1 0 0,9-3 0 0 0,-13 7 192 0 0,0 1 1 0 0,1 0-1 0 0,-1 0 0 0 0,0 0 0 0 0,0 0 0 0 0,1 1 0 0 0,-1-1 0 0 0,0 1 0 0 0,0 0 1 0 0,1 0-1 0 0,5 3 0 0 0,0-1-99 0 0,33 14 340 0 0,-29-12-433 0 0,26 9 0 0 0,-26-11 34 0 0,0-1-1 0 0,0 0 0 0 0,0-1 1 0 0,0-1-1 0 0,15-1 1 0 0,64-11 865 0 0,-65 7-588 0 0,0 2 0 0 0,-1 0-1 0 0,32 2 1 0 0,-31 2-171 0 0,-1 0-1 0 0,0-2 1 0 0,0 0 0 0 0,0-2-1 0 0,37-9 1 0 0,28-7 489 0 0,-80 18-508 0 0,0 1 0 0 0,0-1 0 0 0,15 3 0 0 0,5-1 136 0 0,-14 0-292 0 0,-13 0 23 0 0,-1-1-1 0 0,1 0 1 0 0,0 0-1 0 0,0 0 1 0 0,0 0-1 0 0,0-1 1 0 0,6-1-1 0 0,22-1 210 0 0,-31 3-216 0 0,1-1-1 0 0,-1 1 1 0 0,1 0 0 0 0,-1 0-1 0 0,0 0 1 0 0,1 0 0 0 0,-1 0-1 0 0,0 0 1 0 0,1 1 0 0 0,-1-1-1 0 0,0 0 1 0 0,1 1 0 0 0,-1-1-1 0 0,0 1 1 0 0,0-1 0 0 0,1 1-1 0 0,1 1 1 0 0,1 0-2 0 0,2 0-28 0 0,-6-2 8 0 0,0 0-1 0 0,0 0 0 0 0,0 0 0 0 0,0 0 1 0 0,1 0-1 0 0,-1 0 0 0 0,0 0 0 0 0,0 0 0 0 0,0 0 1 0 0,0 0-1 0 0,0 0 0 0 0,0 0 0 0 0,0 0 0 0 0,1 0 1 0 0,-1 0-1 0 0,0 0 0 0 0,0 0 0 0 0,0 0 0 0 0,0 0 1 0 0,0 0-1 0 0,0 1 0 0 0,0-1 0 0 0,0 0 0 0 0,0 0 1 0 0,0 0-1 0 0,1 0 0 0 0,-1 0 0 0 0,0 0 0 0 0,0 0 1 0 0,0 0-1 0 0,0 0 0 0 0,0 1 0 0 0,0-1 0 0 0,0 0 1 0 0,0 0-1 0 0,0 0 0 0 0,0 0 0 0 0,0 0 0 0 0,0 0 1 0 0,0 0-1 0 0,0 1 0 0 0,0-1 0 0 0,0 0 0 0 0,0 0 1 0 0,0 0-1 0 0,0 0 0 0 0,0 0 0 0 0,0 0 0 0 0,0 0 1 0 0,0 0-1 0 0,0 1 0 0 0,0-1 0 0 0,0 0 0 0 0,0 0 1 0 0,-1 0-1 0 0,1 0 0 0 0,0 0 0 0 0,-2 2 20 0 0,-1-1 1 0 0,0 1-1 0 0,0-1 0 0 0,1 0 1 0 0,-1 0-1 0 0,0 0 0 0 0,0 0 1 0 0,0 0-1 0 0,0-1 0 0 0,0 1 1 0 0,-1-1-1 0 0,-4 0 0 0 0,-131-8 491 0 0,62 12-712 0 0,44-1 198 0 0,-42-3-1 0 0,69-1 20 0 0,-1 1 1 0 0,0 1-1 0 0,1-1 0 0 0,-1 1 1 0 0,0 0-1 0 0,-9 3 0 0 0,13-3-26 0 0,1-1 0 0 0,0 1-1 0 0,-1 0 1 0 0,1 0 0 0 0,0 0 0 0 0,0 1-1 0 0,-1-1 1 0 0,1 0 0 0 0,0 1 0 0 0,0 0-1 0 0,1-1 1 0 0,-1 1 0 0 0,0 0 0 0 0,1 0-1 0 0,-1 0 1 0 0,1 0 0 0 0,-1 0 0 0 0,1 0-1 0 0,-2 5 1 0 0,3-7 7 0 0,0 1 0 0 0,0-1-1 0 0,-1 1 1 0 0,1-1 0 0 0,0 1 0 0 0,0 0-1 0 0,0-1 1 0 0,0 1 0 0 0,0-1 0 0 0,0 1 0 0 0,0-1-1 0 0,1 1 1 0 0,-1-1 0 0 0,0 1 0 0 0,0-1-1 0 0,0 1 1 0 0,0-1 0 0 0,1 1 0 0 0,-1-1-1 0 0,0 1 1 0 0,0-1 0 0 0,1 0 0 0 0,-1 1-1 0 0,0-1 1 0 0,1 1 0 0 0,-1-1 0 0 0,1 0 0 0 0,-1 1-1 0 0,0-1 1 0 0,1 1 0 0 0,15 5-99 0 0,-11-4 87 0 0,14 5-1 0 0,1-1 0 0 0,-1-1 0 0 0,38 5 0 0 0,-37-6 11 0 0,-4-2-2 0 0,2 2-23 0 0,34 1 0 0 0,-79-4 271 0 0,-1 2 0 0 0,1 1 0 0 0,-37 10 0 0 0,62-13-249 0 0,-8 2 22 0 0,9-3-17 0 0,1 0 0 0 0,0 1-1 0 0,0-1 1 0 0,0 0 0 0 0,-1 0-1 0 0,1 0 1 0 0,0 0 0 0 0,0 0 0 0 0,0 0-1 0 0,-1 0 1 0 0,1 0 0 0 0,0 0-1 0 0,0 0 1 0 0,0 0 0 0 0,-1 0-1 0 0,1 0 1 0 0,0 0 0 0 0,0 0 0 0 0,0 0-1 0 0,-1 0 1 0 0,1 0 0 0 0,0 0-1 0 0,0 0 1 0 0,0 0 0 0 0,-1 0-1 0 0,1-1 1 0 0,0 1 0 0 0,0 0-1 0 0,0 0 1 0 0,0 0 0 0 0,-1 0 0 0 0,1 0-1 0 0,0-1 1 0 0,0 1 0 0 0,0 0-1 0 0,0 0 1 0 0,0 0 0 0 0,-1 0-1 0 0,1-1 1 0 0,-4 0 50 0 0,-13-1-36 0 0,16 2-10 0 0,1 0-1 0 0,-1 0 1 0 0,1 0-1 0 0,-1 0 1 0 0,1-1-1 0 0,0 1 1 0 0,-1 0-1 0 0,1 0 0 0 0,-1 0 1 0 0,1 0-1 0 0,0-1 1 0 0,-1 1-1 0 0,1 0 1 0 0,-1-1-1 0 0,1 1 1 0 0,0 0-1 0 0,0 0 1 0 0,-1-1-1 0 0,1 1 1 0 0,0 0-1 0 0,-1-1 1 0 0,1 1-1 0 0,0-1 1 0 0,0 1-1 0 0,0 0 1 0 0,-1-1-1 0 0,1 1 1 0 0,0-1-1 0 0,0 1 1 0 0,0-1-1 0 0,0 1 1 0 0,0 0-1 0 0,0-1 1 0 0,0 0-1 0 0,-4-7 27 0 0,0 6-92 0 0,2 2 60 0 0,-19-5-7 0 0,21 5 15 0 0,-1 0 1 0 0,0-1-1 0 0,0 1 0 0 0,0-1 1 0 0,1 1-1 0 0,-1 0 0 0 0,0-1 1 0 0,0 1-1 0 0,1-1 0 0 0,-1 1 0 0 0,0-1 1 0 0,1 0-1 0 0,-1 1 0 0 0,1-1 1 0 0,-1 0-1 0 0,1 1 0 0 0,-1-1 1 0 0,1 0-1 0 0,-1 0 0 0 0,1 0 1 0 0,0 1-1 0 0,-1-1 0 0 0,1 0 1 0 0,0 0-1 0 0,-1-1 0 0 0,7 1-301 0 0,115-2 41 0 0,-89-5 256 0 0,-27 6 0 0 0,0 1 0 0 0,1-1 0 0 0,-1 1 0 0 0,0 0 0 0 0,1 0 0 0 0,-1 1 0 0 0,11 0 0 0 0,22 2 0 0 0,25-9-113 0 0,-19-3 262 0 0,-20 4-185 0 0,1 2 60 0 0,-1 0 0 0 0,0 2 0 0 0,28 0 0 0 0,-44 1-49 0 0,0 0 1 0 0,0 0-1 0 0,12-4 0 0 0,8 0-36 0 0,-18 3 86 0 0,0 1 1 0 0,0 0-1 0 0,0 1 0 0 0,0 0 1 0 0,16 2-1 0 0,-20-2-31 0 0,0 1-1 0 0,0-2 1 0 0,0 1-1 0 0,1-1 1 0 0,-1 0-1 0 0,0 0 1 0 0,10-3-1 0 0,-8 1-2 0 0,0 1 0 0 0,0 1 0 0 0,15-2 0 0 0,18-2 9 0 0,-23 2 0 0 0,14-5 72 0 0,-25 6 30 0 0,-1 0 1 0 0,1 0-1 0 0,0 1 1 0 0,9-1-1 0 0,-3-1-101 0 0,-5-1-14 0 0,24 3-111 0 0,-30 1 121 0 0,0 0-1 0 0,-1 0 1 0 0,1 0 0 0 0,0 0-1 0 0,-1 0 1 0 0,1 0 0 0 0,0 0-1 0 0,-1 1 1 0 0,1-1-1 0 0,0 1 1 0 0,-1-1 0 0 0,1 1-1 0 0,-1 0 1 0 0,1 0 0 0 0,-1 0-1 0 0,1-1 1 0 0,-1 1-1 0 0,3 3 1 0 0,-4-5-12 0 0,2 1 84 0 0,1 8 58 0 0,4 15-115 0 0,-7-24-14 0 0,0 4 3 0 0,-2 11-21 0 0,-2-12-176 0 0,-13 8 454 0 0,5-3-196 0 0,-1 0-1 0 0,0-1 1 0 0,0 0 0 0 0,0-1 0 0 0,-1 0 0 0 0,0-1-1 0 0,-21 4 1 0 0,7-7-63 0 0,15 0 40 0 0,0 0 1 0 0,-1 0-1 0 0,1 2 1 0 0,-23 5-1 0 0,9 2-145 0 0,12-6 105 0 0,0 2 1 0 0,-27 13-1 0 0,41-17-12 0 0,0-2 12 0 0,1 1-1 0 0,0-1 1 0 0,0 1 0 0 0,0-1-1 0 0,0 0 1 0 0,-1 1 0 0 0,1-1-1 0 0,0 1 1 0 0,0-1-1 0 0,-1 0 1 0 0,1 1 0 0 0,0-1-1 0 0,0 0 1 0 0,-1 0-1 0 0,1 1 1 0 0,0-1 0 0 0,-1 0-1 0 0,1 0 1 0 0,-1 1 0 0 0,1-1-1 0 0,0 0 1 0 0,-1 0-1 0 0,1 0 1 0 0,-1 0 0 0 0,1 0-1 0 0,0 1 1 0 0,-1-1 0 0 0,1 0-1 0 0,-1 0 1 0 0,1 0-1 0 0,-1 0 1 0 0,1 0 0 0 0,0 0-1 0 0,-1 0 1 0 0,1-1-1 0 0,-1 1 1 0 0,1-1 1 0 0,1 1 48 0 0,4-1-228 0 0,0-1 178 0 0,1 1 1 0 0,1 1-1 0 0,-1-1 0 0 0,0 1 1 0 0,0 0-1 0 0,9 2 0 0 0,-12-2 5 0 0,1 0 1 0 0,-1 1-1 0 0,1-1 0 0 0,-1 0 0 0 0,1-1 0 0 0,-1 1 1 0 0,1-1-1 0 0,-1 1 0 0 0,1-1 0 0 0,-1 0 1 0 0,6-3-1 0 0,1 0 18 0 0,0-2 0 0 0,11-8 1 0 0,5-2-5 0 0,-18 13-29 0 0,0 0 0 0 0,0 0 1 0 0,1 1-1 0 0,-1 0 0 0 0,1 0 0 0 0,-1 1 0 0 0,1 0 0 0 0,13 1 0 0 0,41 3-41 0 0,32 0 253 0 0,-87-4-217 0 0,-1 1 0 0 0,1-2 0 0 0,8-1-1 0 0,0-1 23 0 0,15 1-34 0 0,-24 3 25 0 0,0-1 1 0 0,-1 0-1 0 0,1 0 1 0 0,-1 0 0 0 0,1 0-1 0 0,10-5 1 0 0,-12 4 14 0 0,0-1 1 0 0,0 1 0 0 0,0 1 0 0 0,0-1-1 0 0,1 1 1 0 0,-1 0 0 0 0,0 0 0 0 0,1 0-1 0 0,8 1 1 0 0,-4-1-12 0 0,0 0 0 0 0,17-4 0 0 0,-17 3 0 0 0,1 0 0 0 0,17 0 0 0 0,-7 3-27 0 0,24 4 0 0 0,-4 0-111 0 0,85 9 211 0 0,-116-13-60 0 0,1-1 0 0 0,-1 0 1 0 0,16-3-1 0 0,11 1 21 0 0,-14 1-34 0 0,-16 0 0 0 0,1 1 0 0 0,0 0 0 0 0,10 1 0 0 0,-11-1 22 0 0,0 0-1 0 0,0-1 1 0 0,0 0-1 0 0,0 0 1 0 0,-1 0-1 0 0,1-1 1 0 0,-1 0-1 0 0,1-1 1 0 0,8-3-1 0 0,8-3 20 0 0,-11 5-41 0 0,0 2 0 0 0,0-1 0 0 0,0 2 0 0 0,1-1 0 0 0,-1 2 0 0 0,14 0 0 0 0,-13 0 0 0 0,24 0 0 0 0,77 3 0 0 0,-53 0 0 0 0,-28-1 192 0 0,-29-1-186 0 0,-1-1 0 0 0,0 0-1 0 0,0 0 1 0 0,0-1 0 0 0,0 1 0 0 0,1-1 0 0 0,-1 1-1 0 0,4-2 1 0 0,17-3 6 0 0,13 8-28 0 0,-35-3 16 0 0,-5 4 0 0 0,-16 7 114 0 0,-1-1-1 0 0,0-1 1 0 0,-1 0 0 0 0,-27 6-1 0 0,24-7-73 0 0,11-4-73 0 0,0 0 0 0 0,0-1 0 0 0,-1-1 1 0 0,1 0-1 0 0,-1 0 0 0 0,0-1 0 0 0,1-1 0 0 0,-16-2 0 0 0,9 0 33 0 0,14 2 0 0 0,0 0 0 0 0,0-1 0 0 0,1 0 0 0 0,-1 0 0 0 0,-9-4 0 0 0,12 5-6 0 0,0-1 0 0 0,-1 0 0 0 0,1 1 0 0 0,-1 0 0 0 0,1 0 0 0 0,-1 0-1 0 0,1 0 1 0 0,-6 1 0 0 0,-7 0-11 0 0,16-1 13 0 0,0 1 0 0 0,0-1-1 0 0,0 0 1 0 0,0 0 0 0 0,0 0 0 0 0,0 0 0 0 0,0 0 0 0 0,0 0-1 0 0,0 0 1 0 0,0 0 0 0 0,0 0 0 0 0,0 0 0 0 0,0 1-1 0 0,0-1 1 0 0,0 0 0 0 0,0 0 0 0 0,0 0 0 0 0,0 0-1 0 0,0 0 1 0 0,0 0 0 0 0,0 0 0 0 0,0 0 0 0 0,0 0 0 0 0,0 1-1 0 0,0-1 1 0 0,0 0 0 0 0,0 0 0 0 0,0 0 0 0 0,-1 0-1 0 0,1 0 1 0 0,0 0 0 0 0,0 0 0 0 0,0 0 0 0 0,0 0-1 0 0,0 0 1 0 0,0 0 0 0 0,0 0 0 0 0,0 0 0 0 0,0 0-1 0 0,0 1 1 0 0,-1-1 0 0 0,5 1 3 0 0,-1 0 0 0 0,0 0 0 0 0,1-1 0 0 0,-1 1 0 0 0,1-1 0 0 0,-1 1 0 0 0,0-1 0 0 0,1 0 0 0 0,-1-1 0 0 0,1 1 0 0 0,-1 0 0 0 0,1-1 0 0 0,-1 0 0 0 0,0 0 0 0 0,5-2 0 0 0,1 0-24 0 0,0 1-1 0 0,1-1 1 0 0,-1 1-1 0 0,0 1 0 0 0,1 0 1 0 0,14 0-1 0 0,-16 1 36 0 0,0-1-1 0 0,0-1 1 0 0,1 1-1 0 0,-1-1 1 0 0,8-4-1 0 0,26-4-34 0 0,-35 9 3 0 0,4-1-16 0 0,0 1 0 0 0,0-1 0 0 0,-1-1 0 0 0,17-6 0 0 0,-17 5-56 0 0,-8 3 95 0 0,0 0 0 0 0,1 0-1 0 0,-1 0 1 0 0,0 0 0 0 0,0 0-1 0 0,4-3 1 0 0,-5 3-1 0 0,0 0 0 0 0,1 1 0 0 0,-1-1 0 0 0,0 0 0 0 0,1 1 0 0 0,-1-1 0 0 0,1 1 0 0 0,-1-1 0 0 0,1 1 0 0 0,-1 0 0 0 0,1-1 0 0 0,-1 1 0 0 0,1 0 0 0 0,2 0 0 0 0,-3 0 0 0 0,84-4 408 0 0,-70 3-408 0 0,-11 0 0 0 0,0 1 0 0 0,0 0 0 0 0,0 0 0 0 0,0 0 0 0 0,0 1 0 0 0,7 1 0 0 0,11-1 0 0 0,-12-2 0 0 0,66-4 0 0 0,-63 4 0 0 0,0 0 0 0 0,24-6 0 0 0,-24 4 0 0 0,0 0 0 0 0,26-1 0 0 0,70 9 0 0 0,-85-1 0 0 0,1 1 0 0 0,-1 1 0 0 0,24 10 0 0 0,-18-5-57 0 0,-20-7 28 0 0,-1 0 0 0 0,2-1 1 0 0,-1 0-1 0 0,12 2 0 0 0,-12-4 49 0 0,-3-1 3 0 0,0 1 0 0 0,-1 0-1 0 0,0 0 1 0 0,1 1-1 0 0,-1-1 1 0 0,0 2-1 0 0,12 4 1 0 0,-15-6-23 0 0,-1 0 0 0 0,1 0 0 0 0,0 0 0 0 0,0 0 0 0 0,0-1 0 0 0,4 1 0 0 0,-6-1 0 0 0,1 0 0 0 0,-1 0 0 0 0,0 0 0 0 0,0 0 0 0 0,0 1 0 0 0,0-1 0 0 0,0 0 0 0 0,0 0 0 0 0,0 1 0 0 0,0-1 0 0 0,0 1 0 0 0,0-1 0 0 0,0 1 0 0 0,0-1 0 0 0,0 1 0 0 0,0-1 0 0 0,1 2 0 0 0,0 1 0 0 0,-5-2 0 0 0,-11 4 0 0 0,0-1 0 0 0,-1 0 0 0 0,-17 2 0 0 0,-112 4 70 0 0,82-8-18 0 0,-108 19 1 0 0,87-5-12 0 0,74-13-110 0 0,0 0-1 0 0,-13 7 1 0 0,21-10 69 0 0,6-1 0 0 0,13-3 0 0 0,149-28 0 0 0,-27 15-341 0 0,-135 17 357 0 0,-1 0 1 0 0,0 0-1 0 0,0 0 1 0 0,0 0-1 0 0,0 1 1 0 0,0 0-1 0 0,8 2 1 0 0,-11-2-32 0 0,1 1 15 0 0,-2-1 152 0 0,-40 1 1 0 0,-60 9-1 0 0,-2 0-137 0 0,43-12 108 0 0,42 0-58 0 0,0 1 1 0 0,-30 2 0 0 0,27 1-58 0 0,4-1 11 0 0,0 1-1 0 0,-17 5 1 0 0,27-6-19 0 0,5-3-19 0 0,6 0-519 0 0,78-1 510 0 0,-1-5 1 0 0,135-27-1 0 0,-50-7 28 0 0,-16 7 0 0 0,-117 28 0 0 0,199-36 0 0 0,-126 37 0 0 0,-97 5 0 0 0,1 0 0 0 0,0 1 0 0 0,-1 0 0 0 0,1 1 0 0 0,-1 0 0 0 0,0 1 0 0 0,0 0 0 0 0,1 0 0 0 0,-2 1 0 0 0,1 0 0 0 0,17 11 0 0 0,-13-7 0 0 0,3 2 0 0 0,-12-6-21 0 0,6 8-99 0 0,-11-12 118 0 0,0 0 0 0 0,0 1 0 0 0,1-1 0 0 0,-1 1 0 0 0,0-1 0 0 0,0 1 0 0 0,0-1 0 0 0,0 1 0 0 0,0-1 0 0 0,0 1 0 0 0,0-1 0 0 0,0 1 1 0 0,0-1-1 0 0,0 1 0 0 0,0-1 0 0 0,0 1 0 0 0,0-1 0 0 0,0 1 0 0 0,-1-1 0 0 0,1 1 0 0 0,0-1 0 0 0,0 1 0 0 0,0-1 0 0 0,-1 0 0 0 0,1 1 0 0 0,0-1 0 0 0,-1 1 1 0 0,1-1-1 0 0,0 0 0 0 0,-2 2 137 0 0,-3-2-82 0 0,-28 5-43 0 0,-10 2-10 0 0,-55 14 1 0 0,35-2-116 0 0,-1-3 1 0 0,-69 8-1 0 0,104-22 126 0 0,35-2-65 0 0,7 0 34 0 0,0 0 1 0 0,0-1 0 0 0,24-4 0 0 0,17-7 19 0 0,1 3 0 0 0,0 2 0 0 0,0 2 0 0 0,100 5 0 0 0,-135 1 9 0 0,1-2-1 0 0,-1 0 1 0 0,0-1-1 0 0,1-2 1 0 0,-1 0 0 0 0,0-1-1 0 0,0 0 1 0 0,19-10-1 0 0,-11 5 98 0 0,0 1 0 0 0,44-8-1 0 0,-19 5-35 0 0,-39 9-63 0 0,-11 3-2 0 0,-1 0-1 0 0,0 0 1 0 0,0 0 0 0 0,1-1 0 0 0,-1 1-1 0 0,0-1 1 0 0,0 0 0 0 0,0 1 0 0 0,0-1 0 0 0,0 0-1 0 0,3-2 1 0 0,-4 3 62 0 0,-5-1 426 0 0,-7-1-559 0 0,0 1 1 0 0,0 0-1 0 0,-1 0 0 0 0,1 2 1 0 0,0-1-1 0 0,-18 5 0 0 0,8 0-90 0 0,1 0-1 0 0,0 2 1 0 0,-23 11 0 0 0,14-6 545 0 0,29-12-389 0 0,0 0-1 0 0,0 0 1 0 0,0 0-1 0 0,0 0 1 0 0,-1 0 0 0 0,1 0-1 0 0,0 0 1 0 0,0 0-1 0 0,0 0 1 0 0,0 0-1 0 0,0 0 1 0 0,-1 0 0 0 0,1 0-1 0 0,0 0 1 0 0,0 0-1 0 0,0 0 1 0 0,0 1 0 0 0,0-1-1 0 0,0 0 1 0 0,-1 0-1 0 0,1 0 1 0 0,0 0-1 0 0,0 0 1 0 0,0 0 0 0 0,0 0-1 0 0,0 0 1 0 0,0 0-1 0 0,0 1 1 0 0,0-1 0 0 0,-1 0-1 0 0,1 0 1 0 0,0 0-1 0 0,0 0 1 0 0,0 0-1 0 0,0 0 1 0 0,0 1 0 0 0,0-1-1 0 0,0 0 1 0 0,0 0-1 0 0,0 0 1 0 0,0 0 0 0 0,0 0-1 0 0,0 1 1 0 0,0-1-1 0 0,0 0 1 0 0,0 0-1 0 0,0 0 1 0 0,0 0 0 0 0,0 0-1 0 0,0 1 1 0 0,0-1-1 0 0,0 0 1 0 0,10 4-49 0 0,9 1-24 0 0,-19-5 73 0 0,23 4-12 0 0,-1-2 0 0 0,1-1 0 0 0,0 0 0 0 0,28-4 0 0 0,-26 2 8 0 0,59-10 7 0 0,-7 1-17 0 0,10 8 132 0 0,13 0 47 0 0,-75 1-165 0 0,-1 1 0 0 0,41 6 0 0 0,-56-5 0 0 0,1 1 0 0 0,-1 1 0 0 0,12 4 0 0 0,-6-2 0 0 0,-15-5 4 0 0,0 0 1 0 0,0 0-1 0 0,-1 1 1 0 0,1-1-1 0 0,0 0 0 0 0,0 0 1 0 0,0 0-1 0 0,0 0 0 0 0,0 0 1 0 0,0 0-1 0 0,0 0 0 0 0,0 0 1 0 0,0 0-1 0 0,-1 1 0 0 0,1-1 1 0 0,0 0-1 0 0,0 0 0 0 0,0 0 1 0 0,0 0-1 0 0,0 0 1 0 0,0 0-1 0 0,0 1 0 0 0,0-1 1 0 0,0 0-1 0 0,0 0 0 0 0,0 0 1 0 0,0 0-1 0 0,0 0 0 0 0,0 0 1 0 0,0 1-1 0 0,0-1 0 0 0,0 0 1 0 0,0 0-1 0 0,0 0 1 0 0,0 0-1 0 0,0 0 0 0 0,0 0 1 0 0,1 0-1 0 0,-1 1 0 0 0,0-1 1 0 0,0 0-1 0 0,0 0 0 0 0,0 0 1 0 0,0 0-1 0 0,0 0 0 0 0,0 0 1 0 0,0 0-1 0 0,0 0 0 0 0,0 0 1 0 0,1 1-1 0 0,-1-1 1 0 0,0 0-1 0 0,0 0 0 0 0,0 0 1 0 0,0 0-1 0 0,0 0 0 0 0,0 0 1 0 0,1 0-1 0 0,-1 0 0 0 0,-103 50-268 0 0,83-43 213 0 0,-1 0-1 0 0,1 0 1 0 0,-34 4 0 0 0,44-9 51 0 0,-6 0 0 0 0,-26 1 0 0 0,42-3 2 0 0,1-2 20 0 0,10 0 7 0 0,3 1 6 0 0,88-6-371 0 0,-76 6 349 0 0,34-6 0 0 0,-8 0 158 0 0,14 3-165 0 0,77 4-1 0 0,-115 0-5 0 0,37-5 0 0 0,-33 2 0 0 0,-31 3 4 0 0,0 0-1 0 0,1-1 1 0 0,-1 1-1 0 0,0-1 1 0 0,1 1-1 0 0,-1-1 1 0 0,0 0-1 0 0,0 1 1 0 0,2-2 0 0 0,5-8 817 0 0,-22 8-857 0 0,0 1-1 0 0,0 0 1 0 0,1 1-1 0 0,-1 1 1 0 0,0 0-1 0 0,-14 4 1 0 0,6-1-37 0 0,0 2 1 0 0,1 0-1 0 0,-27 12 1 0 0,45-16 59 0 0,-18 7-137 0 0,20-8 144 0 0,1-1-1 0 0,-1 0 1 0 0,0 1 0 0 0,0-1-1 0 0,0 1 1 0 0,1-1-1 0 0,-1 1 1 0 0,0-1-1 0 0,0 1 1 0 0,1 0 0 0 0,-1-1-1 0 0,1 1 1 0 0,-1 0-1 0 0,0 0 1 0 0,1-1 0 0 0,-1 2-1 0 0,2-1 7 0 0,0 0 0 0 0,0-1 0 0 0,0 1 0 0 0,0-1 0 0 0,0 1 0 0 0,0-1 0 0 0,0 1 0 0 0,0-1 0 0 0,0 0 0 0 0,0 1 0 0 0,0-1 0 0 0,1 0 0 0 0,0 0 0 0 0,15 2 0 0 0,-1 0 0 0 0,0-1 0 0 0,0-1 0 0 0,29-3 0 0 0,70-15 0 0 0,-89 13 0 0 0,313-56-184 0 0,-330 59 191 0 0,18-2 170 0 0,46-3-1 0 0,-72 7-176 0 0,-1 1 0 0 0,-1 0-17 0 0,-3-1-8 0 0,0 1 0 0 0,0-1 0 0 0,1 1 0 0 0,-1 0 0 0 0,0 0 0 0 0,-5 3 0 0 0,-6 1-87 0 0,-88 33-133 0 0,89-33 170 0 0,24-3-27 0 0,4 0 76 0 0,-12-2 26 0 0,-1 0 0 0 0,1 0 0 0 0,0 0 0 0 0,0-1 0 0 0,0 1 0 0 0,0-1 0 0 0,0 0 0 0 0,-1 1 0 0 0,1-1 0 0 0,0 0 0 0 0,0 0 0 0 0,-1 0 0 0 0,2-1 0 0 0,5-3 0 0 0,-6 5 0 0 0,-2 1-123 0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731D629-6113-4BAC-8654-375CE093054E}" type="datetimeFigureOut">
              <a:rPr lang="en-US" smtClean="0"/>
              <a:t>7/18/2026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79AD249-C2C8-4AA8-A2E9-EC6426639B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36544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9AD249-C2C8-4AA8-A2E9-EC6426639BE9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526177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B881DB-D34D-2BD0-4F1E-606BEE883CD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7C27B2B-EF2C-83CA-118C-B9CFB008CC3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C696BC-4076-B93A-7B5F-ACEBDEE144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405C9-FBF9-4208-A53E-B2C6F3522E59}" type="datetimeFigureOut">
              <a:rPr lang="en-US" smtClean="0"/>
              <a:t>7/18/2026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FBC315-9EFB-8491-393C-5D66E98D25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AB00F5-78E1-6A39-62CC-F6EE1BFA02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6EBC3F-B135-49FD-A851-2D27FBEB05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31400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CEF368-E96E-393F-1005-2056C163FC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226C2E-5231-C8E0-F1C7-161AE439DD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431848-11C1-AE1E-D199-A628AC60B7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405C9-FBF9-4208-A53E-B2C6F3522E59}" type="datetimeFigureOut">
              <a:rPr lang="en-US" smtClean="0"/>
              <a:t>7/18/2026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DEC431-0112-3522-FBB9-6796E89A52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12232F-81D4-7DE5-35C3-0AC15C9B5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6EBC3F-B135-49FD-A851-2D27FBEB05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96248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49B8E1-EC11-85AF-BA38-1E937BE6E7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D7F09CD-4A3A-48B1-7762-2FE01FFA0A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2236FA-4AC4-43AE-E391-66CE329075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405C9-FBF9-4208-A53E-B2C6F3522E59}" type="datetimeFigureOut">
              <a:rPr lang="en-US" smtClean="0"/>
              <a:t>7/18/2026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0C970D-3FF0-5223-B106-CF7612773D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B74081-C9DC-7827-F2F9-9CCC80480C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6EBC3F-B135-49FD-A851-2D27FBEB05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14993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9DB77C-9972-C2E3-AF6F-E50373C01A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E59461-2049-0190-9A8E-B3CDD7D0059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9C95B2B-0187-6841-145B-AEA875DF409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C844404-029A-8F83-1D33-B34FA363F0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405C9-FBF9-4208-A53E-B2C6F3522E59}" type="datetimeFigureOut">
              <a:rPr lang="en-US" smtClean="0"/>
              <a:t>7/18/2026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FB5C4D3-A707-99C8-C9EF-F59F59F6D8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BB5E5B1-6BD3-39D5-9114-ABBE669A27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6EBC3F-B135-49FD-A851-2D27FBEB05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3699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956E12-4A7A-0343-B7F1-93C6E0B2A8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0AC42DE-EAB0-528A-94C4-07A852294A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76BAA43-389F-B850-58E2-3F25398CE27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D9F8B6C-C7F2-7C23-78DB-47937BDFD53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7B73284-7769-84A2-E745-671E44A466C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B5E6D48-20C0-59CE-0E31-9C83A5DA0C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405C9-FBF9-4208-A53E-B2C6F3522E59}" type="datetimeFigureOut">
              <a:rPr lang="en-US" smtClean="0"/>
              <a:t>7/18/2026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F9D8CD9-09EA-6DF6-0715-86FC68CDB4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7551140-23D5-13E3-028F-9A6C689FCE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6EBC3F-B135-49FD-A851-2D27FBEB05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10225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6C5DE6-8277-89C5-3616-02046D49DD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FAFCF0D-CDC9-8E8D-9DD4-1B7543E188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405C9-FBF9-4208-A53E-B2C6F3522E59}" type="datetimeFigureOut">
              <a:rPr lang="en-US" smtClean="0"/>
              <a:t>7/18/2026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C5CB404-9119-0EE2-FE9E-8B5C289B3C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3593579-B11A-D459-9594-4EFDA65910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6EBC3F-B135-49FD-A851-2D27FBEB05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06883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29C95A9-090E-3D27-C481-037D02DB85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405C9-FBF9-4208-A53E-B2C6F3522E59}" type="datetimeFigureOut">
              <a:rPr lang="en-US" smtClean="0"/>
              <a:t>7/18/2026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0D9BF97-13AC-923F-1C41-E36413528E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A00AC4E-0704-BAEC-3286-B1A529BBC4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6EBC3F-B135-49FD-A851-2D27FBEB05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21806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777D6B-78F1-B76C-EB19-CF4B30560E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86DD76-024F-C7AA-7410-62F9D07580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7F48B63-AFCA-CD2A-8817-3D4860679B6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BC02E6A-5D51-390B-7AD0-0392AC4649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405C9-FBF9-4208-A53E-B2C6F3522E59}" type="datetimeFigureOut">
              <a:rPr lang="en-US" smtClean="0"/>
              <a:t>7/18/2026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134FC47-3CA6-A7DD-F2AF-0E44C31D0F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4CAEADB-80CB-D403-EA9E-91521E5C7B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6EBC3F-B135-49FD-A851-2D27FBEB05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96739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854574-5F44-3DA6-C75A-AF2CB1F8B1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6CF86B9-E767-D9E6-5C56-3D772EAD35A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F1DD408-A35F-B1BD-0485-E1559B1293C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006842B-5D03-EC57-E08D-EF8603314D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405C9-FBF9-4208-A53E-B2C6F3522E59}" type="datetimeFigureOut">
              <a:rPr lang="en-US" smtClean="0"/>
              <a:t>7/18/2026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0D93731-2CCB-2C5A-BC45-D0D6B95AE4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AE64774-7C34-E680-4099-E9C2CDA2AB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6EBC3F-B135-49FD-A851-2D27FBEB05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91382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6EE7C9-1662-8C92-1894-0F3ED64F1B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9F3B02F-891D-9857-7749-283CC93F5F6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861974-4751-8143-C566-5D99B0FDC8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405C9-FBF9-4208-A53E-B2C6F3522E59}" type="datetimeFigureOut">
              <a:rPr lang="en-US" smtClean="0"/>
              <a:t>7/18/2026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8C7237-7F1F-015B-0479-9847BC519A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9ECAAE-8FE7-748B-61B4-0EFB71F805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6EBC3F-B135-49FD-A851-2D27FBEB05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36648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560BE64-B4A3-5280-6E02-D854B4C0122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0297D85-E1E4-8CE7-CBE3-15F0BA8C5EE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0E74BC-7C6F-EF40-533D-751835DBBC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405C9-FBF9-4208-A53E-B2C6F3522E59}" type="datetimeFigureOut">
              <a:rPr lang="en-US" smtClean="0"/>
              <a:t>7/18/2026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5551BF-9B44-4A43-9DFC-6A69223A86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8AA615-80FA-B4C7-3227-D278E30D05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6EBC3F-B135-49FD-A851-2D27FBEB05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83857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C7AEFD1-EFE8-04E0-78F0-E70D0C1FD0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28E8A42-F205-E248-8CCC-DAA7AC942D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24BC53-F63E-0785-6B4B-786C55F045F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8F405C9-FBF9-4208-A53E-B2C6F3522E59}" type="datetimeFigureOut">
              <a:rPr lang="en-US" smtClean="0"/>
              <a:t>7/18/2026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8CA509-1B49-3AA7-BFBE-06FE65E5674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8A1B2A-D5CE-A7E0-131B-CF2A2E88B7F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B6EBC3F-B135-49FD-A851-2D27FBEB05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67325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customXml" Target="../ink/ink4.xml"/><Relationship Id="rId13" Type="http://schemas.openxmlformats.org/officeDocument/2006/relationships/image" Target="../media/image18.png"/><Relationship Id="rId18" Type="http://schemas.openxmlformats.org/officeDocument/2006/relationships/image" Target="../media/image22.png"/><Relationship Id="rId3" Type="http://schemas.openxmlformats.org/officeDocument/2006/relationships/image" Target="../media/image13.png"/><Relationship Id="rId7" Type="http://schemas.openxmlformats.org/officeDocument/2006/relationships/image" Target="../media/image15.png"/><Relationship Id="rId12" Type="http://schemas.openxmlformats.org/officeDocument/2006/relationships/customXml" Target="../ink/ink6.xml"/><Relationship Id="rId17" Type="http://schemas.openxmlformats.org/officeDocument/2006/relationships/image" Target="../media/image21.png"/><Relationship Id="rId2" Type="http://schemas.openxmlformats.org/officeDocument/2006/relationships/customXml" Target="../ink/ink1.xml"/><Relationship Id="rId16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3.xml"/><Relationship Id="rId11" Type="http://schemas.openxmlformats.org/officeDocument/2006/relationships/image" Target="../media/image17.png"/><Relationship Id="rId5" Type="http://schemas.openxmlformats.org/officeDocument/2006/relationships/image" Target="../media/image14.png"/><Relationship Id="rId15" Type="http://schemas.openxmlformats.org/officeDocument/2006/relationships/image" Target="../media/image19.png"/><Relationship Id="rId10" Type="http://schemas.openxmlformats.org/officeDocument/2006/relationships/customXml" Target="../ink/ink5.xml"/><Relationship Id="rId4" Type="http://schemas.openxmlformats.org/officeDocument/2006/relationships/customXml" Target="../ink/ink2.xml"/><Relationship Id="rId9" Type="http://schemas.openxmlformats.org/officeDocument/2006/relationships/image" Target="../media/image16.png"/><Relationship Id="rId14" Type="http://schemas.openxmlformats.org/officeDocument/2006/relationships/customXml" Target="../ink/ink7.xml"/></Relationships>
</file>

<file path=ppt/slides/_rels/slide11.xml.rels><?xml version="1.0" encoding="UTF-8" standalone="yes"?>
<Relationships xmlns="http://schemas.openxmlformats.org/package/2006/relationships"><Relationship Id="rId13" Type="http://schemas.openxmlformats.org/officeDocument/2006/relationships/image" Target="../media/image27.png"/><Relationship Id="rId18" Type="http://schemas.openxmlformats.org/officeDocument/2006/relationships/customXml" Target="../ink/ink15.xml"/><Relationship Id="rId26" Type="http://schemas.openxmlformats.org/officeDocument/2006/relationships/customXml" Target="../ink/ink19.xml"/><Relationship Id="rId39" Type="http://schemas.openxmlformats.org/officeDocument/2006/relationships/image" Target="../media/image40.png"/><Relationship Id="rId21" Type="http://schemas.openxmlformats.org/officeDocument/2006/relationships/image" Target="../media/image31.png"/><Relationship Id="rId34" Type="http://schemas.openxmlformats.org/officeDocument/2006/relationships/customXml" Target="../ink/ink23.xml"/><Relationship Id="rId42" Type="http://schemas.openxmlformats.org/officeDocument/2006/relationships/customXml" Target="../ink/ink27.xml"/><Relationship Id="rId47" Type="http://schemas.openxmlformats.org/officeDocument/2006/relationships/image" Target="../media/image44.png"/><Relationship Id="rId50" Type="http://schemas.openxmlformats.org/officeDocument/2006/relationships/customXml" Target="../ink/ink31.xml"/><Relationship Id="rId7" Type="http://schemas.openxmlformats.org/officeDocument/2006/relationships/image" Target="../media/image24.png"/><Relationship Id="rId2" Type="http://schemas.openxmlformats.org/officeDocument/2006/relationships/image" Target="../media/image4.png"/><Relationship Id="rId16" Type="http://schemas.openxmlformats.org/officeDocument/2006/relationships/customXml" Target="../ink/ink14.xml"/><Relationship Id="rId29" Type="http://schemas.openxmlformats.org/officeDocument/2006/relationships/image" Target="../media/image35.png"/><Relationship Id="rId11" Type="http://schemas.openxmlformats.org/officeDocument/2006/relationships/image" Target="../media/image26.png"/><Relationship Id="rId24" Type="http://schemas.openxmlformats.org/officeDocument/2006/relationships/customXml" Target="../ink/ink18.xml"/><Relationship Id="rId32" Type="http://schemas.openxmlformats.org/officeDocument/2006/relationships/customXml" Target="../ink/ink22.xml"/><Relationship Id="rId37" Type="http://schemas.openxmlformats.org/officeDocument/2006/relationships/image" Target="../media/image39.png"/><Relationship Id="rId40" Type="http://schemas.openxmlformats.org/officeDocument/2006/relationships/customXml" Target="../ink/ink26.xml"/><Relationship Id="rId45" Type="http://schemas.openxmlformats.org/officeDocument/2006/relationships/image" Target="../media/image43.png"/><Relationship Id="rId53" Type="http://schemas.openxmlformats.org/officeDocument/2006/relationships/image" Target="../media/image47.png"/><Relationship Id="rId5" Type="http://schemas.openxmlformats.org/officeDocument/2006/relationships/image" Target="../media/image23.png"/><Relationship Id="rId10" Type="http://schemas.openxmlformats.org/officeDocument/2006/relationships/customXml" Target="../ink/ink11.xml"/><Relationship Id="rId19" Type="http://schemas.openxmlformats.org/officeDocument/2006/relationships/image" Target="../media/image30.png"/><Relationship Id="rId31" Type="http://schemas.openxmlformats.org/officeDocument/2006/relationships/image" Target="../media/image36.png"/><Relationship Id="rId44" Type="http://schemas.openxmlformats.org/officeDocument/2006/relationships/customXml" Target="../ink/ink28.xml"/><Relationship Id="rId52" Type="http://schemas.openxmlformats.org/officeDocument/2006/relationships/customXml" Target="../ink/ink32.xml"/><Relationship Id="rId4" Type="http://schemas.openxmlformats.org/officeDocument/2006/relationships/customXml" Target="../ink/ink8.xml"/><Relationship Id="rId9" Type="http://schemas.openxmlformats.org/officeDocument/2006/relationships/image" Target="../media/image25.png"/><Relationship Id="rId14" Type="http://schemas.openxmlformats.org/officeDocument/2006/relationships/customXml" Target="../ink/ink13.xml"/><Relationship Id="rId22" Type="http://schemas.openxmlformats.org/officeDocument/2006/relationships/customXml" Target="../ink/ink17.xml"/><Relationship Id="rId27" Type="http://schemas.openxmlformats.org/officeDocument/2006/relationships/image" Target="../media/image34.png"/><Relationship Id="rId30" Type="http://schemas.openxmlformats.org/officeDocument/2006/relationships/customXml" Target="../ink/ink21.xml"/><Relationship Id="rId35" Type="http://schemas.openxmlformats.org/officeDocument/2006/relationships/image" Target="../media/image38.png"/><Relationship Id="rId43" Type="http://schemas.openxmlformats.org/officeDocument/2006/relationships/image" Target="../media/image42.png"/><Relationship Id="rId48" Type="http://schemas.openxmlformats.org/officeDocument/2006/relationships/customXml" Target="../ink/ink30.xml"/><Relationship Id="rId8" Type="http://schemas.openxmlformats.org/officeDocument/2006/relationships/customXml" Target="../ink/ink10.xml"/><Relationship Id="rId51" Type="http://schemas.openxmlformats.org/officeDocument/2006/relationships/image" Target="../media/image46.png"/><Relationship Id="rId3" Type="http://schemas.openxmlformats.org/officeDocument/2006/relationships/image" Target="../media/image12.png"/><Relationship Id="rId12" Type="http://schemas.openxmlformats.org/officeDocument/2006/relationships/customXml" Target="../ink/ink12.xml"/><Relationship Id="rId17" Type="http://schemas.openxmlformats.org/officeDocument/2006/relationships/image" Target="../media/image29.png"/><Relationship Id="rId25" Type="http://schemas.openxmlformats.org/officeDocument/2006/relationships/image" Target="../media/image33.png"/><Relationship Id="rId33" Type="http://schemas.openxmlformats.org/officeDocument/2006/relationships/image" Target="../media/image37.png"/><Relationship Id="rId38" Type="http://schemas.openxmlformats.org/officeDocument/2006/relationships/customXml" Target="../ink/ink25.xml"/><Relationship Id="rId46" Type="http://schemas.openxmlformats.org/officeDocument/2006/relationships/customXml" Target="../ink/ink29.xml"/><Relationship Id="rId20" Type="http://schemas.openxmlformats.org/officeDocument/2006/relationships/customXml" Target="../ink/ink16.xml"/><Relationship Id="rId41" Type="http://schemas.openxmlformats.org/officeDocument/2006/relationships/image" Target="../media/image41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9.xml"/><Relationship Id="rId15" Type="http://schemas.openxmlformats.org/officeDocument/2006/relationships/image" Target="../media/image28.png"/><Relationship Id="rId23" Type="http://schemas.openxmlformats.org/officeDocument/2006/relationships/image" Target="../media/image32.png"/><Relationship Id="rId28" Type="http://schemas.openxmlformats.org/officeDocument/2006/relationships/customXml" Target="../ink/ink20.xml"/><Relationship Id="rId36" Type="http://schemas.openxmlformats.org/officeDocument/2006/relationships/customXml" Target="../ink/ink24.xml"/><Relationship Id="rId49" Type="http://schemas.openxmlformats.org/officeDocument/2006/relationships/image" Target="../media/image4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CD9D15-ACB4-D775-7F46-28B6D8D9BFA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10x100 Transistor Model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F63A565-6D2D-9D03-3D60-85499331651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Daniel </a:t>
            </a:r>
            <a:r>
              <a:rPr lang="en-US" dirty="0" err="1"/>
              <a:t>Perodin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17988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674B51-5461-9124-99A0-3437FE5BEF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10x100 Transistor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44F6460A-EA9E-8244-D8EB-A0B731DDF1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8433" y="1866013"/>
            <a:ext cx="4548986" cy="4820781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834831B3-DD37-B23A-0ED8-FF62A40E30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5359" y="1583536"/>
            <a:ext cx="4707114" cy="51032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73634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329718-8CD2-11A6-880F-276207DCE8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9C5D2B-07CD-8E99-E3EA-86E656321C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" y="18256"/>
            <a:ext cx="10674417" cy="580458"/>
          </a:xfrm>
        </p:spPr>
        <p:txBody>
          <a:bodyPr>
            <a:normAutofit fontScale="90000"/>
          </a:bodyPr>
          <a:lstStyle/>
          <a:p>
            <a:r>
              <a:rPr lang="en-US" dirty="0"/>
              <a:t>Constructing the Model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F8A5E8E-9174-5F9A-D37D-839E52082076}"/>
              </a:ext>
            </a:extLst>
          </p:cNvPr>
          <p:cNvSpPr txBox="1"/>
          <p:nvPr/>
        </p:nvSpPr>
        <p:spPr>
          <a:xfrm>
            <a:off x="138966" y="671492"/>
            <a:ext cx="6206836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>
                <a:highlight>
                  <a:srgbClr val="FFFF00"/>
                </a:highlight>
              </a:rPr>
              <a:t>.model SCRO_NMOS NMOS(</a:t>
            </a:r>
          </a:p>
          <a:p>
            <a:pPr>
              <a:buNone/>
            </a:pPr>
            <a:r>
              <a:rPr lang="en-US" b="1" dirty="0">
                <a:highlight>
                  <a:srgbClr val="FFFF00"/>
                </a:highlight>
              </a:rPr>
              <a:t>LEVEL= 1</a:t>
            </a:r>
          </a:p>
          <a:p>
            <a:pPr>
              <a:buNone/>
            </a:pPr>
            <a:r>
              <a:rPr lang="en-US" b="1" dirty="0">
                <a:highlight>
                  <a:srgbClr val="FFFF00"/>
                </a:highlight>
              </a:rPr>
              <a:t>TOX= 4e-8</a:t>
            </a:r>
          </a:p>
          <a:p>
            <a:pPr>
              <a:buNone/>
            </a:pPr>
            <a:r>
              <a:rPr lang="en-US" b="1" dirty="0">
                <a:highlight>
                  <a:srgbClr val="FFFF00"/>
                </a:highlight>
              </a:rPr>
              <a:t>PHI= 0.614</a:t>
            </a:r>
          </a:p>
          <a:p>
            <a:pPr>
              <a:buNone/>
            </a:pPr>
            <a:r>
              <a:rPr lang="en-US" b="1" dirty="0">
                <a:highlight>
                  <a:srgbClr val="FFFF00"/>
                </a:highlight>
              </a:rPr>
              <a:t>GAMMA= 0.31</a:t>
            </a:r>
          </a:p>
          <a:p>
            <a:pPr>
              <a:buNone/>
            </a:pPr>
            <a:r>
              <a:rPr lang="en-US" b="1" dirty="0">
                <a:highlight>
                  <a:srgbClr val="FFFF00"/>
                </a:highlight>
              </a:rPr>
              <a:t>VTO= 0.45 V</a:t>
            </a:r>
          </a:p>
          <a:p>
            <a:pPr>
              <a:buNone/>
            </a:pPr>
            <a:r>
              <a:rPr lang="en-US" b="1" dirty="0">
                <a:highlight>
                  <a:srgbClr val="FFFF00"/>
                </a:highlight>
              </a:rPr>
              <a:t>KP= 54.8u</a:t>
            </a:r>
          </a:p>
          <a:p>
            <a:pPr>
              <a:buNone/>
            </a:pPr>
            <a:r>
              <a:rPr lang="en-US" b="1" dirty="0">
                <a:highlight>
                  <a:srgbClr val="FFFF00"/>
                </a:highlight>
              </a:rPr>
              <a:t>LAMBDA= 0.0226</a:t>
            </a:r>
          </a:p>
          <a:p>
            <a:pPr>
              <a:buNone/>
            </a:pPr>
            <a:r>
              <a:rPr lang="en-US" b="1" dirty="0">
                <a:highlight>
                  <a:srgbClr val="FFFF00"/>
                </a:highlight>
              </a:rPr>
              <a:t>)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73806B1-B1C4-2FC3-B3EC-679E9022EB7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515217"/>
            <a:ext cx="3950562" cy="3342783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FE47D9E9-5CF8-0B65-E4DE-F03E303F1B2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50562" y="3713767"/>
            <a:ext cx="3646974" cy="3125977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0A38B66A-9936-53DC-8DA2-33730A5F57EF}"/>
              </a:ext>
            </a:extLst>
          </p:cNvPr>
          <p:cNvSpPr txBox="1"/>
          <p:nvPr/>
        </p:nvSpPr>
        <p:spPr>
          <a:xfrm>
            <a:off x="5396846" y="956931"/>
            <a:ext cx="3843670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LAMBDA:</a:t>
            </a:r>
          </a:p>
          <a:p>
            <a:endParaRPr lang="en-US" dirty="0"/>
          </a:p>
          <a:p>
            <a:pPr>
              <a:buNone/>
            </a:pPr>
            <a:r>
              <a:rPr lang="en-US" dirty="0"/>
              <a:t>At VGS = 1.0V</a:t>
            </a:r>
          </a:p>
          <a:p>
            <a:pPr>
              <a:buNone/>
            </a:pPr>
            <a:r>
              <a:rPr lang="en-US" dirty="0"/>
              <a:t>ID(5V VDS)</a:t>
            </a:r>
          </a:p>
          <a:p>
            <a:pPr>
              <a:buNone/>
            </a:pPr>
            <a:r>
              <a:rPr lang="en-US" dirty="0"/>
              <a:t>≈ 2.026 mA</a:t>
            </a:r>
          </a:p>
          <a:p>
            <a:pPr>
              <a:buNone/>
            </a:pPr>
            <a:r>
              <a:rPr lang="en-US" dirty="0"/>
              <a:t>ID(10V VDS)</a:t>
            </a:r>
          </a:p>
          <a:p>
            <a:pPr>
              <a:buNone/>
            </a:pPr>
            <a:r>
              <a:rPr lang="en-US" dirty="0"/>
              <a:t>≈ 2.284 mA</a:t>
            </a:r>
          </a:p>
          <a:p>
            <a:pPr>
              <a:buNone/>
            </a:pPr>
            <a:endParaRPr lang="en-US" dirty="0"/>
          </a:p>
          <a:p>
            <a:pPr>
              <a:buNone/>
            </a:pPr>
            <a:r>
              <a:rPr lang="en-US" b="1" dirty="0">
                <a:highlight>
                  <a:srgbClr val="FF00FF"/>
                </a:highlight>
              </a:rPr>
              <a:t>λ ≈ 0.0226 V^-1</a:t>
            </a:r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65A8978-338B-19EB-607F-74C0A3D50F1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97536" y="1866142"/>
            <a:ext cx="4550676" cy="49736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57537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689FB7-D972-08FC-C2B5-BD3C45ED6E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78EF83-BC9C-A7C5-1318-82826197E2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256"/>
            <a:ext cx="10515600" cy="776174"/>
          </a:xfrm>
        </p:spPr>
        <p:txBody>
          <a:bodyPr/>
          <a:lstStyle/>
          <a:p>
            <a:r>
              <a:rPr lang="en-US" dirty="0"/>
              <a:t>Testing the model (</a:t>
            </a:r>
            <a:r>
              <a:rPr lang="en-US" dirty="0" err="1"/>
              <a:t>Ltspice</a:t>
            </a:r>
            <a:r>
              <a:rPr lang="en-US" dirty="0"/>
              <a:t>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DDC330E-E953-3DC9-FCE8-1677AC1E85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7534" y="942223"/>
            <a:ext cx="10906266" cy="59157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80655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B0F72E-AF73-38FA-1F1A-0B3C3CE145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256"/>
            <a:ext cx="10515600" cy="776174"/>
          </a:xfrm>
        </p:spPr>
        <p:txBody>
          <a:bodyPr/>
          <a:lstStyle/>
          <a:p>
            <a:r>
              <a:rPr lang="en-US" dirty="0"/>
              <a:t>Testing the model (</a:t>
            </a:r>
            <a:r>
              <a:rPr lang="en-US" dirty="0" err="1"/>
              <a:t>LTspice</a:t>
            </a:r>
            <a:r>
              <a:rPr lang="en-US" dirty="0"/>
              <a:t>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DDB2062-6FC5-C15F-0E00-CB7E271D6E23}"/>
              </a:ext>
            </a:extLst>
          </p:cNvPr>
          <p:cNvSpPr txBox="1"/>
          <p:nvPr/>
        </p:nvSpPr>
        <p:spPr>
          <a:xfrm>
            <a:off x="5846135" y="6257262"/>
            <a:ext cx="55076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VGS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0FAE58F-5A74-D8AE-199B-4DE78A0ACD9C}"/>
              </a:ext>
            </a:extLst>
          </p:cNvPr>
          <p:cNvSpPr txBox="1"/>
          <p:nvPr/>
        </p:nvSpPr>
        <p:spPr>
          <a:xfrm rot="16200000">
            <a:off x="389641" y="2856247"/>
            <a:ext cx="7761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ID</a:t>
            </a: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7BA03562-A9CE-11F6-7E6A-C02CF6065D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2394" y="794430"/>
            <a:ext cx="10071221" cy="54628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5208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87F738B5-3D8F-DBC0-4ED5-86D6CC33E3C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86" t="2643" r="2629" b="3460"/>
          <a:stretch>
            <a:fillRect/>
          </a:stretch>
        </p:blipFill>
        <p:spPr>
          <a:xfrm>
            <a:off x="0" y="1100470"/>
            <a:ext cx="5054003" cy="4221718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18E08A14-61C8-8EC7-8285-EE369077D5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47853" y="1323754"/>
            <a:ext cx="7144148" cy="39665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079324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99EED53-A591-D8BE-9E83-F9FE1F570C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8F2B4A35-B3EF-DF71-B0C1-2341F150A9E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86" t="2643" r="2629" b="3460"/>
          <a:stretch>
            <a:fillRect/>
          </a:stretch>
        </p:blipFill>
        <p:spPr>
          <a:xfrm>
            <a:off x="0" y="1100470"/>
            <a:ext cx="5054003" cy="4221718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A153185C-5B8F-7DFB-6254-3419FD22CF9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113"/>
          <a:stretch>
            <a:fillRect/>
          </a:stretch>
        </p:blipFill>
        <p:spPr>
          <a:xfrm>
            <a:off x="5054003" y="1265405"/>
            <a:ext cx="7135002" cy="4056783"/>
          </a:xfrm>
          <a:prstGeom prst="rect">
            <a:avLst/>
          </a:prstGeom>
        </p:spPr>
      </p:pic>
      <p:sp>
        <p:nvSpPr>
          <p:cNvPr id="4" name="Oval 3">
            <a:extLst>
              <a:ext uri="{FF2B5EF4-FFF2-40B4-BE49-F238E27FC236}">
                <a16:creationId xmlns:a16="http://schemas.microsoft.com/office/drawing/2014/main" id="{17CA45BC-A6C2-B116-C1F4-A5E85D789B66}"/>
              </a:ext>
            </a:extLst>
          </p:cNvPr>
          <p:cNvSpPr/>
          <p:nvPr/>
        </p:nvSpPr>
        <p:spPr>
          <a:xfrm>
            <a:off x="10473070" y="2057399"/>
            <a:ext cx="111642" cy="111642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ED1162EC-6920-2DFE-B5CB-55D1F86BA66E}"/>
              </a:ext>
            </a:extLst>
          </p:cNvPr>
          <p:cNvSpPr/>
          <p:nvPr/>
        </p:nvSpPr>
        <p:spPr>
          <a:xfrm>
            <a:off x="4295553" y="2119865"/>
            <a:ext cx="186069" cy="182084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B955ACED-9956-EF21-C80C-1A31AA4FD86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52518" y="1749938"/>
            <a:ext cx="1343035" cy="419103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CF39578B-1DB6-2BE1-1D5E-4F7FE9F56EA1}"/>
              </a:ext>
            </a:extLst>
          </p:cNvPr>
          <p:cNvSpPr/>
          <p:nvPr/>
        </p:nvSpPr>
        <p:spPr>
          <a:xfrm>
            <a:off x="5247167" y="5045149"/>
            <a:ext cx="1057940" cy="12759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0423C55-9F9F-C327-2F78-6ED497EF18D9}"/>
              </a:ext>
            </a:extLst>
          </p:cNvPr>
          <p:cNvSpPr txBox="1"/>
          <p:nvPr/>
        </p:nvSpPr>
        <p:spPr>
          <a:xfrm>
            <a:off x="2514600" y="5587409"/>
            <a:ext cx="704938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Looking at the recorded data from the fabricated transistors, the SPICE model is quite accurate for VGS between 7 V and 8 V, when VDS is kept at 5 V</a:t>
            </a:r>
          </a:p>
        </p:txBody>
      </p:sp>
    </p:spTree>
    <p:extLst>
      <p:ext uri="{BB962C8B-B14F-4D97-AF65-F5344CB8AC3E}">
        <p14:creationId xmlns:p14="http://schemas.microsoft.com/office/powerpoint/2010/main" val="23386136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8" grpId="0" animBg="1"/>
      <p:bldP spid="12" grpId="0" animBg="1"/>
      <p:bldP spid="13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>
            <a:extLst>
              <a:ext uri="{FF2B5EF4-FFF2-40B4-BE49-F238E27FC236}">
                <a16:creationId xmlns:a16="http://schemas.microsoft.com/office/drawing/2014/main" id="{4F9644B7-5F42-E802-8ACD-21EA893734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0456" y="1"/>
            <a:ext cx="11901544" cy="645563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E714CB8-C053-2309-65B6-E6911AE8F267}"/>
              </a:ext>
            </a:extLst>
          </p:cNvPr>
          <p:cNvSpPr txBox="1"/>
          <p:nvPr/>
        </p:nvSpPr>
        <p:spPr>
          <a:xfrm>
            <a:off x="6096000" y="6488668"/>
            <a:ext cx="55076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VDS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20346C9-71CE-2DC2-46CB-6FBBEC9875F7}"/>
              </a:ext>
            </a:extLst>
          </p:cNvPr>
          <p:cNvSpPr txBox="1"/>
          <p:nvPr/>
        </p:nvSpPr>
        <p:spPr>
          <a:xfrm rot="16200000">
            <a:off x="-203421" y="3721792"/>
            <a:ext cx="7761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ID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E238FC8-5B8D-144B-1E45-2925E3BE1EA8}"/>
              </a:ext>
            </a:extLst>
          </p:cNvPr>
          <p:cNvSpPr txBox="1"/>
          <p:nvPr/>
        </p:nvSpPr>
        <p:spPr>
          <a:xfrm>
            <a:off x="1982972" y="5917332"/>
            <a:ext cx="11483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VGS = 1 V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7046A46-CCC0-F803-27FC-23225B89CDD0}"/>
              </a:ext>
            </a:extLst>
          </p:cNvPr>
          <p:cNvSpPr txBox="1"/>
          <p:nvPr/>
        </p:nvSpPr>
        <p:spPr>
          <a:xfrm>
            <a:off x="3831265" y="5623055"/>
            <a:ext cx="11483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VGS = 2 V 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C82547E-6BC9-1ADB-AD73-6187C0F0FB6F}"/>
              </a:ext>
            </a:extLst>
          </p:cNvPr>
          <p:cNvSpPr txBox="1"/>
          <p:nvPr/>
        </p:nvSpPr>
        <p:spPr>
          <a:xfrm>
            <a:off x="5256028" y="4975579"/>
            <a:ext cx="11483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VGS = 3 V 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297BDA8-2240-40ED-B6B5-FBC7EDC9072A}"/>
              </a:ext>
            </a:extLst>
          </p:cNvPr>
          <p:cNvSpPr txBox="1"/>
          <p:nvPr/>
        </p:nvSpPr>
        <p:spPr>
          <a:xfrm>
            <a:off x="6765913" y="4058552"/>
            <a:ext cx="11483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VGS = 4 V 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D3D9FBB-6AA2-B778-3783-1C0A514599B8}"/>
              </a:ext>
            </a:extLst>
          </p:cNvPr>
          <p:cNvSpPr txBox="1"/>
          <p:nvPr/>
        </p:nvSpPr>
        <p:spPr>
          <a:xfrm>
            <a:off x="8275674" y="2695503"/>
            <a:ext cx="11483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VGS = 5 V 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B00124F-0A99-1789-B4BE-981F2272C515}"/>
              </a:ext>
            </a:extLst>
          </p:cNvPr>
          <p:cNvSpPr txBox="1"/>
          <p:nvPr/>
        </p:nvSpPr>
        <p:spPr>
          <a:xfrm>
            <a:off x="10124092" y="989037"/>
            <a:ext cx="11483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VGS = 6 V </a:t>
            </a:r>
          </a:p>
        </p:txBody>
      </p:sp>
    </p:spTree>
    <p:extLst>
      <p:ext uri="{BB962C8B-B14F-4D97-AF65-F5344CB8AC3E}">
        <p14:creationId xmlns:p14="http://schemas.microsoft.com/office/powerpoint/2010/main" val="222265727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457FCB0-DC36-D044-CE67-4F6D4C6B1AB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04" t="2811" r="2879" b="3003"/>
          <a:stretch>
            <a:fillRect/>
          </a:stretch>
        </p:blipFill>
        <p:spPr>
          <a:xfrm>
            <a:off x="0" y="2190307"/>
            <a:ext cx="5493661" cy="466769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F247F9D-E4BC-6BD1-EA83-456F56D03C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04997" y="2639532"/>
            <a:ext cx="6787003" cy="37692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608681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BF892F-EC49-7658-E5B4-E36A94ED87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5E155EFE-99F7-9462-4E83-72C1D488DBEF}"/>
                  </a:ext>
                </a:extLst>
              </p14:cNvPr>
              <p14:cNvContentPartPr/>
              <p14:nvPr/>
            </p14:nvContentPartPr>
            <p14:xfrm>
              <a:off x="2794928" y="4715643"/>
              <a:ext cx="294840" cy="4068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5E155EFE-99F7-9462-4E83-72C1D488DBEF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788808" y="4709523"/>
                <a:ext cx="307080" cy="52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1E971F5C-F9A6-E941-2589-29F5C1FC06BA}"/>
                  </a:ext>
                </a:extLst>
              </p14:cNvPr>
              <p14:cNvContentPartPr/>
              <p14:nvPr/>
            </p14:nvContentPartPr>
            <p14:xfrm>
              <a:off x="2641568" y="4560483"/>
              <a:ext cx="2694960" cy="27864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1E971F5C-F9A6-E941-2589-29F5C1FC06BA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605568" y="4524483"/>
                <a:ext cx="2766600" cy="350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C9F99F81-7A6F-2EAE-B3EB-B4E15F0951B0}"/>
                  </a:ext>
                </a:extLst>
              </p14:cNvPr>
              <p14:cNvContentPartPr/>
              <p14:nvPr/>
            </p14:nvContentPartPr>
            <p14:xfrm>
              <a:off x="1020848" y="5457243"/>
              <a:ext cx="239760" cy="369000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C9F99F81-7A6F-2EAE-B3EB-B4E15F0951B0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984848" y="5421243"/>
                <a:ext cx="311400" cy="440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77D2986C-EE0A-C316-7803-4B31EE58B673}"/>
                  </a:ext>
                </a:extLst>
              </p14:cNvPr>
              <p14:cNvContentPartPr/>
              <p14:nvPr/>
            </p14:nvContentPartPr>
            <p14:xfrm>
              <a:off x="1136408" y="5817603"/>
              <a:ext cx="31320" cy="45000"/>
            </p14:xfrm>
          </p:contentPart>
        </mc:Choice>
        <mc:Fallback xmlns=""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77D2986C-EE0A-C316-7803-4B31EE58B673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1132088" y="5813283"/>
                <a:ext cx="39960" cy="53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25" name="Ink 24">
                <a:extLst>
                  <a:ext uri="{FF2B5EF4-FFF2-40B4-BE49-F238E27FC236}">
                    <a16:creationId xmlns:a16="http://schemas.microsoft.com/office/drawing/2014/main" id="{C4F4B5BD-8757-08A9-6302-FAEAEBB5AD57}"/>
                  </a:ext>
                </a:extLst>
              </p14:cNvPr>
              <p14:cNvContentPartPr/>
              <p14:nvPr/>
            </p14:nvContentPartPr>
            <p14:xfrm>
              <a:off x="1160559" y="5848549"/>
              <a:ext cx="12960" cy="10080"/>
            </p14:xfrm>
          </p:contentPart>
        </mc:Choice>
        <mc:Fallback xmlns="">
          <p:pic>
            <p:nvPicPr>
              <p:cNvPr id="25" name="Ink 24">
                <a:extLst>
                  <a:ext uri="{FF2B5EF4-FFF2-40B4-BE49-F238E27FC236}">
                    <a16:creationId xmlns:a16="http://schemas.microsoft.com/office/drawing/2014/main" id="{C4F4B5BD-8757-08A9-6302-FAEAEBB5AD57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1155879" y="5843869"/>
                <a:ext cx="21600" cy="18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37" name="Ink 36">
                <a:extLst>
                  <a:ext uri="{FF2B5EF4-FFF2-40B4-BE49-F238E27FC236}">
                    <a16:creationId xmlns:a16="http://schemas.microsoft.com/office/drawing/2014/main" id="{BCF5DE79-B73F-7DAD-D01F-1F7668BFEAB7}"/>
                  </a:ext>
                </a:extLst>
              </p14:cNvPr>
              <p14:cNvContentPartPr/>
              <p14:nvPr/>
            </p14:nvContentPartPr>
            <p14:xfrm>
              <a:off x="982359" y="5820399"/>
              <a:ext cx="132840" cy="164880"/>
            </p14:xfrm>
          </p:contentPart>
        </mc:Choice>
        <mc:Fallback xmlns="">
          <p:pic>
            <p:nvPicPr>
              <p:cNvPr id="37" name="Ink 36">
                <a:extLst>
                  <a:ext uri="{FF2B5EF4-FFF2-40B4-BE49-F238E27FC236}">
                    <a16:creationId xmlns:a16="http://schemas.microsoft.com/office/drawing/2014/main" id="{BCF5DE79-B73F-7DAD-D01F-1F7668BFEAB7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973359" y="5811759"/>
                <a:ext cx="150480" cy="182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41" name="Ink 40">
                <a:extLst>
                  <a:ext uri="{FF2B5EF4-FFF2-40B4-BE49-F238E27FC236}">
                    <a16:creationId xmlns:a16="http://schemas.microsoft.com/office/drawing/2014/main" id="{90FB28E3-11D5-6BA1-A74E-3C5B7C32BCEE}"/>
                  </a:ext>
                </a:extLst>
              </p14:cNvPr>
              <p14:cNvContentPartPr/>
              <p14:nvPr/>
            </p14:nvContentPartPr>
            <p14:xfrm>
              <a:off x="1299159" y="4095193"/>
              <a:ext cx="1452960" cy="999360"/>
            </p14:xfrm>
          </p:contentPart>
        </mc:Choice>
        <mc:Fallback xmlns="">
          <p:pic>
            <p:nvPicPr>
              <p:cNvPr id="41" name="Ink 40">
                <a:extLst>
                  <a:ext uri="{FF2B5EF4-FFF2-40B4-BE49-F238E27FC236}">
                    <a16:creationId xmlns:a16="http://schemas.microsoft.com/office/drawing/2014/main" id="{90FB28E3-11D5-6BA1-A74E-3C5B7C32BCEE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1290159" y="4086193"/>
                <a:ext cx="1470600" cy="1017000"/>
              </a:xfrm>
              <a:prstGeom prst="rect">
                <a:avLst/>
              </a:prstGeom>
            </p:spPr>
          </p:pic>
        </mc:Fallback>
      </mc:AlternateContent>
      <p:pic>
        <p:nvPicPr>
          <p:cNvPr id="45" name="Picture 44">
            <a:extLst>
              <a:ext uri="{FF2B5EF4-FFF2-40B4-BE49-F238E27FC236}">
                <a16:creationId xmlns:a16="http://schemas.microsoft.com/office/drawing/2014/main" id="{DBC93B7B-30B2-1F5A-07A8-8FDC8AF62416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2131959" y="2822172"/>
            <a:ext cx="8493811" cy="4035828"/>
          </a:xfrm>
          <a:prstGeom prst="rect">
            <a:avLst/>
          </a:prstGeom>
        </p:spPr>
      </p:pic>
      <p:pic>
        <p:nvPicPr>
          <p:cNvPr id="49" name="Picture 48">
            <a:extLst>
              <a:ext uri="{FF2B5EF4-FFF2-40B4-BE49-F238E27FC236}">
                <a16:creationId xmlns:a16="http://schemas.microsoft.com/office/drawing/2014/main" id="{DEEEB7C3-9EF1-D6E7-57B7-0E13921E8962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752436" y="879"/>
            <a:ext cx="10687128" cy="2662257"/>
          </a:xfrm>
          <a:prstGeom prst="rect">
            <a:avLst/>
          </a:prstGeom>
        </p:spPr>
      </p:pic>
      <p:pic>
        <p:nvPicPr>
          <p:cNvPr id="51" name="Picture 50">
            <a:extLst>
              <a:ext uri="{FF2B5EF4-FFF2-40B4-BE49-F238E27FC236}">
                <a16:creationId xmlns:a16="http://schemas.microsoft.com/office/drawing/2014/main" id="{E7C2C8D5-2F04-8A97-B51D-94117E3B2446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0" y="3854037"/>
            <a:ext cx="2179786" cy="7508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844792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DD04941-F58E-D227-E2D4-CEFBE704ACB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04" t="2811" r="2879" b="3003"/>
          <a:stretch>
            <a:fillRect/>
          </a:stretch>
        </p:blipFill>
        <p:spPr>
          <a:xfrm>
            <a:off x="0" y="2190307"/>
            <a:ext cx="5493661" cy="466769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101CFD8-83E2-946B-5AFE-F5B3DC9B11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04997" y="2639532"/>
            <a:ext cx="6787003" cy="3769242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349300ED-43E3-4BFB-B6E9-42D450077027}"/>
                  </a:ext>
                </a:extLst>
              </p14:cNvPr>
              <p14:cNvContentPartPr/>
              <p14:nvPr/>
            </p14:nvContentPartPr>
            <p14:xfrm>
              <a:off x="1937522" y="2628925"/>
              <a:ext cx="3375000" cy="1301040"/>
            </p14:xfrm>
          </p:contentPart>
        </mc:Choice>
        <mc:Fallback xmlns=""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349300ED-43E3-4BFB-B6E9-42D450077027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874882" y="2566285"/>
                <a:ext cx="3500640" cy="1426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79F1D1FE-677E-B3E9-CDAE-9192CCF10F4E}"/>
                  </a:ext>
                </a:extLst>
              </p14:cNvPr>
              <p14:cNvContentPartPr/>
              <p14:nvPr/>
            </p14:nvContentPartPr>
            <p14:xfrm>
              <a:off x="1580042" y="3896845"/>
              <a:ext cx="357480" cy="554760"/>
            </p14:xfrm>
          </p:contentPart>
        </mc:Choice>
        <mc:Fallback xmlns=""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79F1D1FE-677E-B3E9-CDAE-9192CCF10F4E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517042" y="3833845"/>
                <a:ext cx="483120" cy="680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81AF77CE-2D41-3B5A-3C0D-6692403A5A3F}"/>
                  </a:ext>
                </a:extLst>
              </p14:cNvPr>
              <p14:cNvContentPartPr/>
              <p14:nvPr/>
            </p14:nvContentPartPr>
            <p14:xfrm>
              <a:off x="993962" y="5074405"/>
              <a:ext cx="394560" cy="578520"/>
            </p14:xfrm>
          </p:contentPart>
        </mc:Choice>
        <mc:Fallback xmlns=""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81AF77CE-2D41-3B5A-3C0D-6692403A5A3F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985322" y="5065405"/>
                <a:ext cx="412200" cy="596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21" name="Ink 20">
                <a:extLst>
                  <a:ext uri="{FF2B5EF4-FFF2-40B4-BE49-F238E27FC236}">
                    <a16:creationId xmlns:a16="http://schemas.microsoft.com/office/drawing/2014/main" id="{1203EDA5-36BA-F26C-3856-3E505E49782F}"/>
                  </a:ext>
                </a:extLst>
              </p14:cNvPr>
              <p14:cNvContentPartPr/>
              <p14:nvPr/>
            </p14:nvContentPartPr>
            <p14:xfrm>
              <a:off x="1248482" y="5669845"/>
              <a:ext cx="15840" cy="5400"/>
            </p14:xfrm>
          </p:contentPart>
        </mc:Choice>
        <mc:Fallback xmlns="">
          <p:pic>
            <p:nvPicPr>
              <p:cNvPr id="21" name="Ink 20">
                <a:extLst>
                  <a:ext uri="{FF2B5EF4-FFF2-40B4-BE49-F238E27FC236}">
                    <a16:creationId xmlns:a16="http://schemas.microsoft.com/office/drawing/2014/main" id="{1203EDA5-36BA-F26C-3856-3E505E49782F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1239842" y="5660845"/>
                <a:ext cx="33480" cy="23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22" name="Ink 21">
                <a:extLst>
                  <a:ext uri="{FF2B5EF4-FFF2-40B4-BE49-F238E27FC236}">
                    <a16:creationId xmlns:a16="http://schemas.microsoft.com/office/drawing/2014/main" id="{634817E4-8920-1668-670A-7698EA3221DA}"/>
                  </a:ext>
                </a:extLst>
              </p14:cNvPr>
              <p14:cNvContentPartPr/>
              <p14:nvPr/>
            </p14:nvContentPartPr>
            <p14:xfrm>
              <a:off x="1198082" y="5222365"/>
              <a:ext cx="255960" cy="433800"/>
            </p14:xfrm>
          </p:contentPart>
        </mc:Choice>
        <mc:Fallback xmlns="">
          <p:pic>
            <p:nvPicPr>
              <p:cNvPr id="22" name="Ink 21">
                <a:extLst>
                  <a:ext uri="{FF2B5EF4-FFF2-40B4-BE49-F238E27FC236}">
                    <a16:creationId xmlns:a16="http://schemas.microsoft.com/office/drawing/2014/main" id="{634817E4-8920-1668-670A-7698EA3221DA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1189082" y="5213365"/>
                <a:ext cx="273600" cy="451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25" name="Ink 24">
                <a:extLst>
                  <a:ext uri="{FF2B5EF4-FFF2-40B4-BE49-F238E27FC236}">
                    <a16:creationId xmlns:a16="http://schemas.microsoft.com/office/drawing/2014/main" id="{54198791-B01E-5A19-D8DA-BA857714BA08}"/>
                  </a:ext>
                </a:extLst>
              </p14:cNvPr>
              <p14:cNvContentPartPr/>
              <p14:nvPr/>
            </p14:nvContentPartPr>
            <p14:xfrm>
              <a:off x="1452962" y="4750045"/>
              <a:ext cx="407880" cy="573840"/>
            </p14:xfrm>
          </p:contentPart>
        </mc:Choice>
        <mc:Fallback xmlns="">
          <p:pic>
            <p:nvPicPr>
              <p:cNvPr id="25" name="Ink 24">
                <a:extLst>
                  <a:ext uri="{FF2B5EF4-FFF2-40B4-BE49-F238E27FC236}">
                    <a16:creationId xmlns:a16="http://schemas.microsoft.com/office/drawing/2014/main" id="{54198791-B01E-5A19-D8DA-BA857714BA08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1443962" y="4741405"/>
                <a:ext cx="425520" cy="591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27" name="Ink 26">
                <a:extLst>
                  <a:ext uri="{FF2B5EF4-FFF2-40B4-BE49-F238E27FC236}">
                    <a16:creationId xmlns:a16="http://schemas.microsoft.com/office/drawing/2014/main" id="{D8E1C32D-8F2F-45CC-34C7-7949241E483A}"/>
                  </a:ext>
                </a:extLst>
              </p14:cNvPr>
              <p14:cNvContentPartPr/>
              <p14:nvPr/>
            </p14:nvContentPartPr>
            <p14:xfrm>
              <a:off x="1721522" y="3937885"/>
              <a:ext cx="3603960" cy="1005480"/>
            </p14:xfrm>
          </p:contentPart>
        </mc:Choice>
        <mc:Fallback xmlns="">
          <p:pic>
            <p:nvPicPr>
              <p:cNvPr id="27" name="Ink 26">
                <a:extLst>
                  <a:ext uri="{FF2B5EF4-FFF2-40B4-BE49-F238E27FC236}">
                    <a16:creationId xmlns:a16="http://schemas.microsoft.com/office/drawing/2014/main" id="{D8E1C32D-8F2F-45CC-34C7-7949241E483A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1658882" y="3875245"/>
                <a:ext cx="3729600" cy="1131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29" name="Ink 28">
                <a:extLst>
                  <a:ext uri="{FF2B5EF4-FFF2-40B4-BE49-F238E27FC236}">
                    <a16:creationId xmlns:a16="http://schemas.microsoft.com/office/drawing/2014/main" id="{BBA2A530-13A1-1E8E-8066-85E36DAA56C3}"/>
                  </a:ext>
                </a:extLst>
              </p14:cNvPr>
              <p14:cNvContentPartPr/>
              <p14:nvPr/>
            </p14:nvContentPartPr>
            <p14:xfrm>
              <a:off x="1020962" y="4514245"/>
              <a:ext cx="4401720" cy="1604520"/>
            </p14:xfrm>
          </p:contentPart>
        </mc:Choice>
        <mc:Fallback xmlns="">
          <p:pic>
            <p:nvPicPr>
              <p:cNvPr id="29" name="Ink 28">
                <a:extLst>
                  <a:ext uri="{FF2B5EF4-FFF2-40B4-BE49-F238E27FC236}">
                    <a16:creationId xmlns:a16="http://schemas.microsoft.com/office/drawing/2014/main" id="{BBA2A530-13A1-1E8E-8066-85E36DAA56C3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957962" y="4451245"/>
                <a:ext cx="4527360" cy="1730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31" name="Ink 30">
                <a:extLst>
                  <a:ext uri="{FF2B5EF4-FFF2-40B4-BE49-F238E27FC236}">
                    <a16:creationId xmlns:a16="http://schemas.microsoft.com/office/drawing/2014/main" id="{BEB66CFC-5122-A42F-4EA9-6884D8F88FDB}"/>
                  </a:ext>
                </a:extLst>
              </p14:cNvPr>
              <p14:cNvContentPartPr/>
              <p14:nvPr/>
            </p14:nvContentPartPr>
            <p14:xfrm>
              <a:off x="1261802" y="5108965"/>
              <a:ext cx="4043520" cy="765360"/>
            </p14:xfrm>
          </p:contentPart>
        </mc:Choice>
        <mc:Fallback xmlns="">
          <p:pic>
            <p:nvPicPr>
              <p:cNvPr id="31" name="Ink 30">
                <a:extLst>
                  <a:ext uri="{FF2B5EF4-FFF2-40B4-BE49-F238E27FC236}">
                    <a16:creationId xmlns:a16="http://schemas.microsoft.com/office/drawing/2014/main" id="{BEB66CFC-5122-A42F-4EA9-6884D8F88FDB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1198802" y="5046325"/>
                <a:ext cx="4169160" cy="891000"/>
              </a:xfrm>
              <a:prstGeom prst="rect">
                <a:avLst/>
              </a:prstGeom>
            </p:spPr>
          </p:pic>
        </mc:Fallback>
      </mc:AlternateContent>
      <p:grpSp>
        <p:nvGrpSpPr>
          <p:cNvPr id="34" name="Group 33">
            <a:extLst>
              <a:ext uri="{FF2B5EF4-FFF2-40B4-BE49-F238E27FC236}">
                <a16:creationId xmlns:a16="http://schemas.microsoft.com/office/drawing/2014/main" id="{0F3F0D98-28E5-6D61-241B-2C6E3CF07C52}"/>
              </a:ext>
            </a:extLst>
          </p:cNvPr>
          <p:cNvGrpSpPr/>
          <p:nvPr/>
        </p:nvGrpSpPr>
        <p:grpSpPr>
          <a:xfrm>
            <a:off x="1003682" y="4374205"/>
            <a:ext cx="4277160" cy="1862280"/>
            <a:chOff x="1003682" y="4374205"/>
            <a:chExt cx="4277160" cy="1862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4A248D9B-EAE1-B15E-C6AD-56332BF44FD7}"/>
                    </a:ext>
                  </a:extLst>
                </p14:cNvPr>
                <p14:cNvContentPartPr/>
                <p14:nvPr/>
              </p14:nvContentPartPr>
              <p14:xfrm>
                <a:off x="1443242" y="4374205"/>
                <a:ext cx="232560" cy="36144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4A248D9B-EAE1-B15E-C6AD-56332BF44FD7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1380602" y="4311205"/>
                  <a:ext cx="358200" cy="48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CE0E796A-6B17-01C5-66C5-B3FC21422FB3}"/>
                    </a:ext>
                  </a:extLst>
                </p14:cNvPr>
                <p14:cNvContentPartPr/>
                <p14:nvPr/>
              </p14:nvContentPartPr>
              <p14:xfrm>
                <a:off x="1420562" y="4699285"/>
                <a:ext cx="61200" cy="15876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CE0E796A-6B17-01C5-66C5-B3FC21422FB3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1357562" y="4636285"/>
                  <a:ext cx="186840" cy="28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7EAA0C0F-F298-D934-17B9-3A4E6081841B}"/>
                    </a:ext>
                  </a:extLst>
                </p14:cNvPr>
                <p14:cNvContentPartPr/>
                <p14:nvPr/>
              </p14:nvContentPartPr>
              <p14:xfrm>
                <a:off x="1258202" y="4799725"/>
                <a:ext cx="156600" cy="24192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7EAA0C0F-F298-D934-17B9-3A4E6081841B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1195202" y="4737085"/>
                  <a:ext cx="282240" cy="36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498D5A9D-A964-8247-4B90-EB3405FA5C68}"/>
                    </a:ext>
                  </a:extLst>
                </p14:cNvPr>
                <p14:cNvContentPartPr/>
                <p14:nvPr/>
              </p14:nvContentPartPr>
              <p14:xfrm>
                <a:off x="1360802" y="5048845"/>
                <a:ext cx="231120" cy="37332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498D5A9D-A964-8247-4B90-EB3405FA5C68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1352162" y="5039845"/>
                  <a:ext cx="248760" cy="39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F1FB07D2-6D66-115A-0EC2-1EC356959CCB}"/>
                    </a:ext>
                  </a:extLst>
                </p14:cNvPr>
                <p14:cNvContentPartPr/>
                <p14:nvPr/>
              </p14:nvContentPartPr>
              <p14:xfrm>
                <a:off x="1355042" y="5241085"/>
                <a:ext cx="82440" cy="10512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F1FB07D2-6D66-115A-0EC2-1EC356959CCB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1346402" y="5232085"/>
                  <a:ext cx="100080" cy="12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4A6EA4DC-DD1C-C484-26E9-BF09865F3ED1}"/>
                    </a:ext>
                  </a:extLst>
                </p14:cNvPr>
                <p14:cNvContentPartPr/>
                <p14:nvPr/>
              </p14:nvContentPartPr>
              <p14:xfrm>
                <a:off x="1003682" y="5632405"/>
                <a:ext cx="4277160" cy="60408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4A6EA4DC-DD1C-C484-26E9-BF09865F3ED1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941042" y="5569765"/>
                  <a:ext cx="4402800" cy="7297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4">
            <p14:nvContentPartPr>
              <p14:cNvPr id="35" name="Ink 34">
                <a:extLst>
                  <a:ext uri="{FF2B5EF4-FFF2-40B4-BE49-F238E27FC236}">
                    <a16:creationId xmlns:a16="http://schemas.microsoft.com/office/drawing/2014/main" id="{D1031276-9EA1-4ADE-487A-23004D49221D}"/>
                  </a:ext>
                </a:extLst>
              </p14:cNvPr>
              <p14:cNvContentPartPr/>
              <p14:nvPr/>
            </p14:nvContentPartPr>
            <p14:xfrm>
              <a:off x="803522" y="3353605"/>
              <a:ext cx="978480" cy="83520"/>
            </p14:xfrm>
          </p:contentPart>
        </mc:Choice>
        <mc:Fallback xmlns="">
          <p:pic>
            <p:nvPicPr>
              <p:cNvPr id="35" name="Ink 34">
                <a:extLst>
                  <a:ext uri="{FF2B5EF4-FFF2-40B4-BE49-F238E27FC236}">
                    <a16:creationId xmlns:a16="http://schemas.microsoft.com/office/drawing/2014/main" id="{D1031276-9EA1-4ADE-487A-23004D49221D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740882" y="3290605"/>
                <a:ext cx="1104120" cy="209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6">
            <p14:nvContentPartPr>
              <p14:cNvPr id="36" name="Ink 35">
                <a:extLst>
                  <a:ext uri="{FF2B5EF4-FFF2-40B4-BE49-F238E27FC236}">
                    <a16:creationId xmlns:a16="http://schemas.microsoft.com/office/drawing/2014/main" id="{AB09ACD2-8687-E112-D1D1-8E6D216CC459}"/>
                  </a:ext>
                </a:extLst>
              </p14:cNvPr>
              <p14:cNvContentPartPr/>
              <p14:nvPr/>
            </p14:nvContentPartPr>
            <p14:xfrm>
              <a:off x="781202" y="2561605"/>
              <a:ext cx="1016640" cy="542880"/>
            </p14:xfrm>
          </p:contentPart>
        </mc:Choice>
        <mc:Fallback xmlns="">
          <p:pic>
            <p:nvPicPr>
              <p:cNvPr id="36" name="Ink 35">
                <a:extLst>
                  <a:ext uri="{FF2B5EF4-FFF2-40B4-BE49-F238E27FC236}">
                    <a16:creationId xmlns:a16="http://schemas.microsoft.com/office/drawing/2014/main" id="{AB09ACD2-8687-E112-D1D1-8E6D216CC459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718202" y="2498965"/>
                <a:ext cx="1142280" cy="668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8">
            <p14:nvContentPartPr>
              <p14:cNvPr id="37" name="Ink 36">
                <a:extLst>
                  <a:ext uri="{FF2B5EF4-FFF2-40B4-BE49-F238E27FC236}">
                    <a16:creationId xmlns:a16="http://schemas.microsoft.com/office/drawing/2014/main" id="{300AC166-41CD-1300-E68F-0A97EAD4C0F3}"/>
                  </a:ext>
                </a:extLst>
              </p14:cNvPr>
              <p14:cNvContentPartPr/>
              <p14:nvPr/>
            </p14:nvContentPartPr>
            <p14:xfrm>
              <a:off x="6043682" y="4194925"/>
              <a:ext cx="6026040" cy="1789920"/>
            </p14:xfrm>
          </p:contentPart>
        </mc:Choice>
        <mc:Fallback xmlns="">
          <p:pic>
            <p:nvPicPr>
              <p:cNvPr id="37" name="Ink 36">
                <a:extLst>
                  <a:ext uri="{FF2B5EF4-FFF2-40B4-BE49-F238E27FC236}">
                    <a16:creationId xmlns:a16="http://schemas.microsoft.com/office/drawing/2014/main" id="{300AC166-41CD-1300-E68F-0A97EAD4C0F3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5980682" y="4132285"/>
                <a:ext cx="6151680" cy="1915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0">
            <p14:nvContentPartPr>
              <p14:cNvPr id="39" name="Ink 38">
                <a:extLst>
                  <a:ext uri="{FF2B5EF4-FFF2-40B4-BE49-F238E27FC236}">
                    <a16:creationId xmlns:a16="http://schemas.microsoft.com/office/drawing/2014/main" id="{DB537125-49A6-0FE7-9CFF-C330E860572F}"/>
                  </a:ext>
                </a:extLst>
              </p14:cNvPr>
              <p14:cNvContentPartPr/>
              <p14:nvPr/>
            </p14:nvContentPartPr>
            <p14:xfrm>
              <a:off x="5933882" y="6038485"/>
              <a:ext cx="128160" cy="161640"/>
            </p14:xfrm>
          </p:contentPart>
        </mc:Choice>
        <mc:Fallback xmlns="">
          <p:pic>
            <p:nvPicPr>
              <p:cNvPr id="39" name="Ink 38">
                <a:extLst>
                  <a:ext uri="{FF2B5EF4-FFF2-40B4-BE49-F238E27FC236}">
                    <a16:creationId xmlns:a16="http://schemas.microsoft.com/office/drawing/2014/main" id="{DB537125-49A6-0FE7-9CFF-C330E860572F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5871242" y="5975845"/>
                <a:ext cx="253800" cy="287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2">
            <p14:nvContentPartPr>
              <p14:cNvPr id="40" name="Ink 39">
                <a:extLst>
                  <a:ext uri="{FF2B5EF4-FFF2-40B4-BE49-F238E27FC236}">
                    <a16:creationId xmlns:a16="http://schemas.microsoft.com/office/drawing/2014/main" id="{B08AB63B-70D2-6713-65DD-F99034C1C5A0}"/>
                  </a:ext>
                </a:extLst>
              </p14:cNvPr>
              <p14:cNvContentPartPr/>
              <p14:nvPr/>
            </p14:nvContentPartPr>
            <p14:xfrm>
              <a:off x="6558842" y="4941205"/>
              <a:ext cx="5561280" cy="733320"/>
            </p14:xfrm>
          </p:contentPart>
        </mc:Choice>
        <mc:Fallback xmlns="">
          <p:pic>
            <p:nvPicPr>
              <p:cNvPr id="40" name="Ink 39">
                <a:extLst>
                  <a:ext uri="{FF2B5EF4-FFF2-40B4-BE49-F238E27FC236}">
                    <a16:creationId xmlns:a16="http://schemas.microsoft.com/office/drawing/2014/main" id="{B08AB63B-70D2-6713-65DD-F99034C1C5A0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6495842" y="4878565"/>
                <a:ext cx="5686920" cy="858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4">
            <p14:nvContentPartPr>
              <p14:cNvPr id="41" name="Ink 40">
                <a:extLst>
                  <a:ext uri="{FF2B5EF4-FFF2-40B4-BE49-F238E27FC236}">
                    <a16:creationId xmlns:a16="http://schemas.microsoft.com/office/drawing/2014/main" id="{1ED5B252-49FC-8641-3D87-9FEAA0C6CA7E}"/>
                  </a:ext>
                </a:extLst>
              </p14:cNvPr>
              <p14:cNvContentPartPr/>
              <p14:nvPr/>
            </p14:nvContentPartPr>
            <p14:xfrm>
              <a:off x="6267242" y="5521165"/>
              <a:ext cx="5786280" cy="445680"/>
            </p14:xfrm>
          </p:contentPart>
        </mc:Choice>
        <mc:Fallback xmlns="">
          <p:pic>
            <p:nvPicPr>
              <p:cNvPr id="41" name="Ink 40">
                <a:extLst>
                  <a:ext uri="{FF2B5EF4-FFF2-40B4-BE49-F238E27FC236}">
                    <a16:creationId xmlns:a16="http://schemas.microsoft.com/office/drawing/2014/main" id="{1ED5B252-49FC-8641-3D87-9FEAA0C6CA7E}"/>
                  </a:ext>
                </a:extLst>
              </p:cNvPr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6204602" y="5458165"/>
                <a:ext cx="5911920" cy="571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6">
            <p14:nvContentPartPr>
              <p14:cNvPr id="43" name="Ink 42">
                <a:extLst>
                  <a:ext uri="{FF2B5EF4-FFF2-40B4-BE49-F238E27FC236}">
                    <a16:creationId xmlns:a16="http://schemas.microsoft.com/office/drawing/2014/main" id="{3F501D4C-7955-EFF4-799D-733A2C655EF3}"/>
                  </a:ext>
                </a:extLst>
              </p14:cNvPr>
              <p14:cNvContentPartPr/>
              <p14:nvPr/>
            </p14:nvContentPartPr>
            <p14:xfrm>
              <a:off x="6390002" y="5886925"/>
              <a:ext cx="5745960" cy="102600"/>
            </p14:xfrm>
          </p:contentPart>
        </mc:Choice>
        <mc:Fallback xmlns="">
          <p:pic>
            <p:nvPicPr>
              <p:cNvPr id="43" name="Ink 42">
                <a:extLst>
                  <a:ext uri="{FF2B5EF4-FFF2-40B4-BE49-F238E27FC236}">
                    <a16:creationId xmlns:a16="http://schemas.microsoft.com/office/drawing/2014/main" id="{3F501D4C-7955-EFF4-799D-733A2C655EF3}"/>
                  </a:ext>
                </a:extLst>
              </p:cNvPr>
              <p:cNvPicPr/>
              <p:nvPr/>
            </p:nvPicPr>
            <p:blipFill>
              <a:blip r:embed="rId47"/>
              <a:stretch>
                <a:fillRect/>
              </a:stretch>
            </p:blipFill>
            <p:spPr>
              <a:xfrm>
                <a:off x="6327362" y="5823925"/>
                <a:ext cx="5871600" cy="228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8">
            <p14:nvContentPartPr>
              <p14:cNvPr id="46" name="Ink 45">
                <a:extLst>
                  <a:ext uri="{FF2B5EF4-FFF2-40B4-BE49-F238E27FC236}">
                    <a16:creationId xmlns:a16="http://schemas.microsoft.com/office/drawing/2014/main" id="{331F9AA0-2867-C0AA-BED3-187045CCEEC9}"/>
                  </a:ext>
                </a:extLst>
              </p14:cNvPr>
              <p14:cNvContentPartPr/>
              <p14:nvPr/>
            </p14:nvContentPartPr>
            <p14:xfrm>
              <a:off x="6032522" y="5848765"/>
              <a:ext cx="3243600" cy="267840"/>
            </p14:xfrm>
          </p:contentPart>
        </mc:Choice>
        <mc:Fallback xmlns="">
          <p:pic>
            <p:nvPicPr>
              <p:cNvPr id="46" name="Ink 45">
                <a:extLst>
                  <a:ext uri="{FF2B5EF4-FFF2-40B4-BE49-F238E27FC236}">
                    <a16:creationId xmlns:a16="http://schemas.microsoft.com/office/drawing/2014/main" id="{331F9AA0-2867-C0AA-BED3-187045CCEEC9}"/>
                  </a:ext>
                </a:extLst>
              </p:cNvPr>
              <p:cNvPicPr/>
              <p:nvPr/>
            </p:nvPicPr>
            <p:blipFill>
              <a:blip r:embed="rId49"/>
              <a:stretch>
                <a:fillRect/>
              </a:stretch>
            </p:blipFill>
            <p:spPr>
              <a:xfrm>
                <a:off x="5969522" y="5785765"/>
                <a:ext cx="3369240" cy="393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0">
            <p14:nvContentPartPr>
              <p14:cNvPr id="49" name="Ink 48">
                <a:extLst>
                  <a:ext uri="{FF2B5EF4-FFF2-40B4-BE49-F238E27FC236}">
                    <a16:creationId xmlns:a16="http://schemas.microsoft.com/office/drawing/2014/main" id="{8A23B512-F281-C893-64BF-876A918F10EE}"/>
                  </a:ext>
                </a:extLst>
              </p14:cNvPr>
              <p14:cNvContentPartPr/>
              <p14:nvPr/>
            </p14:nvContentPartPr>
            <p14:xfrm>
              <a:off x="9002162" y="5999605"/>
              <a:ext cx="1180800" cy="102600"/>
            </p14:xfrm>
          </p:contentPart>
        </mc:Choice>
        <mc:Fallback xmlns="">
          <p:pic>
            <p:nvPicPr>
              <p:cNvPr id="49" name="Ink 48">
                <a:extLst>
                  <a:ext uri="{FF2B5EF4-FFF2-40B4-BE49-F238E27FC236}">
                    <a16:creationId xmlns:a16="http://schemas.microsoft.com/office/drawing/2014/main" id="{8A23B512-F281-C893-64BF-876A918F10EE}"/>
                  </a:ext>
                </a:extLst>
              </p:cNvPr>
              <p:cNvPicPr/>
              <p:nvPr/>
            </p:nvPicPr>
            <p:blipFill>
              <a:blip r:embed="rId51"/>
              <a:stretch>
                <a:fillRect/>
              </a:stretch>
            </p:blipFill>
            <p:spPr>
              <a:xfrm>
                <a:off x="8939162" y="5936605"/>
                <a:ext cx="1306440" cy="228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2">
            <p14:nvContentPartPr>
              <p14:cNvPr id="50" name="Ink 49">
                <a:extLst>
                  <a:ext uri="{FF2B5EF4-FFF2-40B4-BE49-F238E27FC236}">
                    <a16:creationId xmlns:a16="http://schemas.microsoft.com/office/drawing/2014/main" id="{022249A2-0189-AC80-3798-A9E9439F30AF}"/>
                  </a:ext>
                </a:extLst>
              </p14:cNvPr>
              <p14:cNvContentPartPr/>
              <p14:nvPr/>
            </p14:nvContentPartPr>
            <p14:xfrm>
              <a:off x="9981722" y="6003565"/>
              <a:ext cx="2126520" cy="91440"/>
            </p14:xfrm>
          </p:contentPart>
        </mc:Choice>
        <mc:Fallback xmlns="">
          <p:pic>
            <p:nvPicPr>
              <p:cNvPr id="50" name="Ink 49">
                <a:extLst>
                  <a:ext uri="{FF2B5EF4-FFF2-40B4-BE49-F238E27FC236}">
                    <a16:creationId xmlns:a16="http://schemas.microsoft.com/office/drawing/2014/main" id="{022249A2-0189-AC80-3798-A9E9439F30AF}"/>
                  </a:ext>
                </a:extLst>
              </p:cNvPr>
              <p:cNvPicPr/>
              <p:nvPr/>
            </p:nvPicPr>
            <p:blipFill>
              <a:blip r:embed="rId53"/>
              <a:stretch>
                <a:fillRect/>
              </a:stretch>
            </p:blipFill>
            <p:spPr>
              <a:xfrm>
                <a:off x="9918722" y="5940925"/>
                <a:ext cx="2252160" cy="2170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30713470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6023</TotalTime>
  <Words>141</Words>
  <Application>Microsoft Office PowerPoint</Application>
  <PresentationFormat>Widescreen</PresentationFormat>
  <Paragraphs>36</Paragraphs>
  <Slides>11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Aptos</vt:lpstr>
      <vt:lpstr>Aptos Display</vt:lpstr>
      <vt:lpstr>Arial</vt:lpstr>
      <vt:lpstr>Office Theme</vt:lpstr>
      <vt:lpstr>10x100 Transistor Model</vt:lpstr>
      <vt:lpstr>10x100 Transistor</vt:lpstr>
      <vt:lpstr>Constructing the Model</vt:lpstr>
      <vt:lpstr>Testing the model (Ltspice)</vt:lpstr>
      <vt:lpstr>Testing the model (LTspice)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Daniel PERODIN GARCIA</dc:creator>
  <cp:lastModifiedBy>Daniel PERODIN GARCIA</cp:lastModifiedBy>
  <cp:revision>6</cp:revision>
  <dcterms:created xsi:type="dcterms:W3CDTF">2026-07-12T19:54:05Z</dcterms:created>
  <dcterms:modified xsi:type="dcterms:W3CDTF">2026-07-21T19:34:06Z</dcterms:modified>
</cp:coreProperties>
</file>